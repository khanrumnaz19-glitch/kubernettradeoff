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4" r:id="rId10"/>
    <p:sldId id="271" r:id="rId11"/>
    <p:sldId id="263" r:id="rId12"/>
    <p:sldId id="273" r:id="rId13"/>
    <p:sldId id="274" r:id="rId14"/>
    <p:sldId id="265" r:id="rId15"/>
    <p:sldId id="266" r:id="rId16"/>
    <p:sldId id="267" r:id="rId17"/>
    <p:sldId id="268" r:id="rId18"/>
    <p:sldId id="275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7C455-BCFC-486C-BEA7-93110B360F58}" v="516" dt="2026-04-07T01:21:41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0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y Farjana" userId="d76fd714a7561097" providerId="Windows Live" clId="Web-{6F27C455-BCFC-486C-BEA7-93110B360F58}"/>
    <pc:docChg chg="addSld delSld modSld addMainMaster delMainMaster">
      <pc:chgData name="Anny Farjana" userId="d76fd714a7561097" providerId="Windows Live" clId="Web-{6F27C455-BCFC-486C-BEA7-93110B360F58}" dt="2026-04-07T01:20:42.833" v="573" actId="20577"/>
      <pc:docMkLst>
        <pc:docMk/>
      </pc:docMkLst>
      <pc:sldChg chg="addSp delSp modSp mod setBg modClrScheme chgLayout">
        <pc:chgData name="Anny Farjana" userId="d76fd714a7561097" providerId="Windows Live" clId="Web-{6F27C455-BCFC-486C-BEA7-93110B360F58}" dt="2026-04-07T00:06:43.691" v="398"/>
        <pc:sldMkLst>
          <pc:docMk/>
          <pc:sldMk cId="109857222" sldId="256"/>
        </pc:sldMkLst>
        <pc:spChg chg="mod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nny Farjana" userId="d76fd714a7561097" providerId="Windows Live" clId="Web-{6F27C455-BCFC-486C-BEA7-93110B360F58}" dt="2026-04-06T21:36:43.988" v="14"/>
          <ac:spMkLst>
            <pc:docMk/>
            <pc:sldMk cId="109857222" sldId="256"/>
            <ac:spMk id="10" creationId="{DBDA151C-5770-45E4-AAFF-59E7F403866D}"/>
          </ac:spMkLst>
        </pc:spChg>
        <pc:spChg chg="add del">
          <ac:chgData name="Anny Farjana" userId="d76fd714a7561097" providerId="Windows Live" clId="Web-{6F27C455-BCFC-486C-BEA7-93110B360F58}" dt="2026-04-06T21:39:38.431" v="30"/>
          <ac:spMkLst>
            <pc:docMk/>
            <pc:sldMk cId="109857222" sldId="256"/>
            <ac:spMk id="135" creationId="{9FF4A234-29BA-4B70-BFC0-64FBB64F2A7B}"/>
          </ac:spMkLst>
        </pc:spChg>
        <pc:spChg chg="add del">
          <ac:chgData name="Anny Farjana" userId="d76fd714a7561097" providerId="Windows Live" clId="Web-{6F27C455-BCFC-486C-BEA7-93110B360F58}" dt="2026-04-06T21:39:38.431" v="30"/>
          <ac:spMkLst>
            <pc:docMk/>
            <pc:sldMk cId="109857222" sldId="256"/>
            <ac:spMk id="137" creationId="{9C67262A-6EF1-49ED-B8DE-DDD3E580425A}"/>
          </ac:spMkLst>
        </pc:spChg>
        <pc:spChg chg="add del">
          <ac:chgData name="Anny Farjana" userId="d76fd714a7561097" providerId="Windows Live" clId="Web-{6F27C455-BCFC-486C-BEA7-93110B360F58}" dt="2026-04-06T21:39:38.431" v="30"/>
          <ac:spMkLst>
            <pc:docMk/>
            <pc:sldMk cId="109857222" sldId="256"/>
            <ac:spMk id="139" creationId="{97492946-B39C-4250-B4C8-D82A2504372F}"/>
          </ac:spMkLst>
        </pc:spChg>
        <pc:spChg chg="add del">
          <ac:chgData name="Anny Farjana" userId="d76fd714a7561097" providerId="Windows Live" clId="Web-{6F27C455-BCFC-486C-BEA7-93110B360F58}" dt="2026-04-06T21:39:38.431" v="30"/>
          <ac:spMkLst>
            <pc:docMk/>
            <pc:sldMk cId="109857222" sldId="256"/>
            <ac:spMk id="141" creationId="{B30D69F3-F5DC-4D65-B4AF-733FF6D50D43}"/>
          </ac:spMkLst>
        </pc:spChg>
        <pc:spChg chg="add del">
          <ac:chgData name="Anny Farjana" userId="d76fd714a7561097" providerId="Windows Live" clId="Web-{6F27C455-BCFC-486C-BEA7-93110B360F58}" dt="2026-04-06T21:39:38.431" v="30"/>
          <ac:spMkLst>
            <pc:docMk/>
            <pc:sldMk cId="109857222" sldId="256"/>
            <ac:spMk id="291" creationId="{869C3428-7E23-4E31-828E-09F276DACD22}"/>
          </ac:spMkLst>
        </pc:spChg>
        <pc:spChg chg="add del">
          <ac:chgData name="Anny Farjana" userId="d76fd714a7561097" providerId="Windows Live" clId="Web-{6F27C455-BCFC-486C-BEA7-93110B360F58}" dt="2026-04-06T21:39:20.712" v="27"/>
          <ac:spMkLst>
            <pc:docMk/>
            <pc:sldMk cId="109857222" sldId="256"/>
            <ac:spMk id="296" creationId="{A5D0B0D3-D735-4619-AA45-B57B791E1744}"/>
          </ac:spMkLst>
        </pc:spChg>
        <pc:spChg chg="add del">
          <ac:chgData name="Anny Farjana" userId="d76fd714a7561097" providerId="Windows Live" clId="Web-{6F27C455-BCFC-486C-BEA7-93110B360F58}" dt="2026-04-06T21:39:20.712" v="27"/>
          <ac:spMkLst>
            <pc:docMk/>
            <pc:sldMk cId="109857222" sldId="256"/>
            <ac:spMk id="298" creationId="{A88EE6DC-B9C9-4217-8261-26F7DF29F42D}"/>
          </ac:spMkLst>
        </pc:spChg>
        <pc:spChg chg="add del">
          <ac:chgData name="Anny Farjana" userId="d76fd714a7561097" providerId="Windows Live" clId="Web-{6F27C455-BCFC-486C-BEA7-93110B360F58}" dt="2026-04-06T21:39:38.337" v="29"/>
          <ac:spMkLst>
            <pc:docMk/>
            <pc:sldMk cId="109857222" sldId="256"/>
            <ac:spMk id="302" creationId="{91F59CC5-F315-DF4D-8574-D13766712CD1}"/>
          </ac:spMkLst>
        </pc:spChg>
        <pc:spChg chg="add del">
          <ac:chgData name="Anny Farjana" userId="d76fd714a7561097" providerId="Windows Live" clId="Web-{6F27C455-BCFC-486C-BEA7-93110B360F58}" dt="2026-04-06T21:39:38.337" v="29"/>
          <ac:spMkLst>
            <pc:docMk/>
            <pc:sldMk cId="109857222" sldId="256"/>
            <ac:spMk id="317" creationId="{6CA2C65D-0168-1245-86C8-62A8A6F7B813}"/>
          </ac:spMkLst>
        </pc:spChg>
        <pc:spChg chg="del">
          <ac:chgData name="Anny Farjana" userId="d76fd714a7561097" providerId="Windows Live" clId="Web-{6F27C455-BCFC-486C-BEA7-93110B360F58}" dt="2026-04-06T21:39:38.337" v="29"/>
          <ac:spMkLst>
            <pc:docMk/>
            <pc:sldMk cId="109857222" sldId="256"/>
            <ac:spMk id="318" creationId="{755E9273-3717-C94C-9BFF-75E87E47C46A}"/>
          </ac:spMkLst>
        </pc:spChg>
        <pc:spChg chg="add del">
          <ac:chgData name="Anny Farjana" userId="d76fd714a7561097" providerId="Windows Live" clId="Web-{6F27C455-BCFC-486C-BEA7-93110B360F58}" dt="2026-04-06T21:39:38.337" v="29"/>
          <ac:spMkLst>
            <pc:docMk/>
            <pc:sldMk cId="109857222" sldId="256"/>
            <ac:spMk id="319" creationId="{B1FC2520-B026-474B-8163-02631C283486}"/>
          </ac:spMkLst>
        </pc:spChg>
        <pc:spChg chg="add del">
          <ac:chgData name="Anny Farjana" userId="d76fd714a7561097" providerId="Windows Live" clId="Web-{6F27C455-BCFC-486C-BEA7-93110B360F58}" dt="2026-04-06T21:41:21.822" v="45"/>
          <ac:spMkLst>
            <pc:docMk/>
            <pc:sldMk cId="109857222" sldId="256"/>
            <ac:spMk id="321" creationId="{A5D0B0D3-D735-4619-AA45-B57B791E1744}"/>
          </ac:spMkLst>
        </pc:spChg>
        <pc:spChg chg="add del">
          <ac:chgData name="Anny Farjana" userId="d76fd714a7561097" providerId="Windows Live" clId="Web-{6F27C455-BCFC-486C-BEA7-93110B360F58}" dt="2026-04-06T21:41:21.822" v="45"/>
          <ac:spMkLst>
            <pc:docMk/>
            <pc:sldMk cId="109857222" sldId="256"/>
            <ac:spMk id="322" creationId="{A88EE6DC-B9C9-4217-8261-26F7DF29F42D}"/>
          </ac:spMkLst>
        </pc:spChg>
        <pc:spChg chg="add del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30" creationId="{042E603F-28B7-4831-BF23-65FBAB13D5FB}"/>
          </ac:spMkLst>
        </pc:spChg>
        <pc:spChg chg="add del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32" creationId="{4D39700F-2B10-4402-A7DD-06EE2245880D}"/>
          </ac:spMkLst>
        </pc:spChg>
        <pc:spChg chg="add del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34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36" creationId="{A172EFE5-DDB5-41BC-B3F4-19D747119AEA}"/>
          </ac:spMkLst>
        </pc:spChg>
        <pc:spChg chg="add del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38" creationId="{B77B4CB6-64B7-4C1D-B623-F1EC02FCCBCE}"/>
          </ac:spMkLst>
        </pc:spChg>
        <pc:spChg chg="add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47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49" creationId="{A172EFE5-DDB5-41BC-B3F4-19D747119AEA}"/>
          </ac:spMkLst>
        </pc:spChg>
        <pc:spChg chg="add">
          <ac:chgData name="Anny Farjana" userId="d76fd714a7561097" providerId="Windows Live" clId="Web-{6F27C455-BCFC-486C-BEA7-93110B360F58}" dt="2026-04-07T00:06:43.691" v="398"/>
          <ac:spMkLst>
            <pc:docMk/>
            <pc:sldMk cId="109857222" sldId="256"/>
            <ac:spMk id="351" creationId="{B77B4CB6-64B7-4C1D-B623-F1EC02FCCBCE}"/>
          </ac:spMkLst>
        </pc:spChg>
        <pc:grpChg chg="add">
          <ac:chgData name="Anny Farjana" userId="d76fd714a7561097" providerId="Windows Live" clId="Web-{6F27C455-BCFC-486C-BEA7-93110B360F58}" dt="2026-04-06T21:36:43.988" v="14"/>
          <ac:grpSpMkLst>
            <pc:docMk/>
            <pc:sldMk cId="109857222" sldId="256"/>
            <ac:grpSpMk id="17" creationId="{71AFD227-869A-489C-A9B5-3F0498DF3C0C}"/>
          </ac:grpSpMkLst>
        </pc:grpChg>
        <pc:grpChg chg="add">
          <ac:chgData name="Anny Farjana" userId="d76fd714a7561097" providerId="Windows Live" clId="Web-{6F27C455-BCFC-486C-BEA7-93110B360F58}" dt="2026-04-06T21:36:43.988" v="14"/>
          <ac:grpSpMkLst>
            <pc:docMk/>
            <pc:sldMk cId="109857222" sldId="256"/>
            <ac:grpSpMk id="143" creationId="{7C3FF339-0C9A-4139-9C80-B154CB1E68FD}"/>
          </ac:grpSpMkLst>
        </pc:grpChg>
        <pc:grpChg chg="add del">
          <ac:chgData name="Anny Farjana" userId="d76fd714a7561097" providerId="Windows Live" clId="Web-{6F27C455-BCFC-486C-BEA7-93110B360F58}" dt="2026-04-06T21:39:20.712" v="27"/>
          <ac:grpSpMkLst>
            <pc:docMk/>
            <pc:sldMk cId="109857222" sldId="256"/>
            <ac:grpSpMk id="300" creationId="{7F3CC54C-8A5F-42B2-80EF-40005E1BB42E}"/>
          </ac:grpSpMkLst>
        </pc:grpChg>
        <pc:grpChg chg="add del">
          <ac:chgData name="Anny Farjana" userId="d76fd714a7561097" providerId="Windows Live" clId="Web-{6F27C455-BCFC-486C-BEA7-93110B360F58}" dt="2026-04-06T21:41:21.822" v="45"/>
          <ac:grpSpMkLst>
            <pc:docMk/>
            <pc:sldMk cId="109857222" sldId="256"/>
            <ac:grpSpMk id="325" creationId="{06B4C967-D337-479B-87CA-7587B7FCFF5E}"/>
          </ac:grpSpMkLst>
        </pc:grpChg>
        <pc:cxnChg chg="add">
          <ac:chgData name="Anny Farjana" userId="d76fd714a7561097" providerId="Windows Live" clId="Web-{6F27C455-BCFC-486C-BEA7-93110B360F58}" dt="2026-04-06T21:33:43.285" v="13"/>
          <ac:cxnSpMkLst>
            <pc:docMk/>
            <pc:sldMk cId="109857222" sldId="256"/>
            <ac:cxnSpMk id="8" creationId="{118E06E4-607B-144B-382B-AD3D06B1EE8C}"/>
          </ac:cxnSpMkLst>
        </pc:cxnChg>
        <pc:cxnChg chg="add">
          <ac:chgData name="Anny Farjana" userId="d76fd714a7561097" providerId="Windows Live" clId="Web-{6F27C455-BCFC-486C-BEA7-93110B360F58}" dt="2026-04-06T21:33:43.285" v="13"/>
          <ac:cxnSpMkLst>
            <pc:docMk/>
            <pc:sldMk cId="109857222" sldId="256"/>
            <ac:cxnSpMk id="12" creationId="{10694E1F-471C-4340-BE4B-28F2BF7D7A91}"/>
          </ac:cxnSpMkLst>
        </pc:cxnChg>
      </pc:sldChg>
      <pc:sldChg chg="addSp delSp modSp new mod setBg">
        <pc:chgData name="Anny Farjana" userId="d76fd714a7561097" providerId="Windows Live" clId="Web-{6F27C455-BCFC-486C-BEA7-93110B360F58}" dt="2026-04-07T01:03:09.796" v="452" actId="20577"/>
        <pc:sldMkLst>
          <pc:docMk/>
          <pc:sldMk cId="2151184982" sldId="257"/>
        </pc:sldMkLst>
        <pc:spChg chg="mod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2" creationId="{44BE6FBB-A4AC-D1B6-AA4B-D03A1556C220}"/>
          </ac:spMkLst>
        </pc:spChg>
        <pc:spChg chg="mod">
          <ac:chgData name="Anny Farjana" userId="d76fd714a7561097" providerId="Windows Live" clId="Web-{6F27C455-BCFC-486C-BEA7-93110B360F58}" dt="2026-04-07T01:03:09.796" v="452" actId="20577"/>
          <ac:spMkLst>
            <pc:docMk/>
            <pc:sldMk cId="2151184982" sldId="257"/>
            <ac:spMk id="3" creationId="{0BF9D071-CCA7-FF5B-3D0F-B723DB28CFFE}"/>
          </ac:spMkLst>
        </pc:spChg>
        <pc:spChg chg="add del">
          <ac:chgData name="Anny Farjana" userId="d76fd714a7561097" providerId="Windows Live" clId="Web-{6F27C455-BCFC-486C-BEA7-93110B360F58}" dt="2026-04-06T21:50:35.884" v="71"/>
          <ac:spMkLst>
            <pc:docMk/>
            <pc:sldMk cId="2151184982" sldId="257"/>
            <ac:spMk id="4" creationId="{8444C907-EC4E-DB0C-A5B1-EE72C615A7C6}"/>
          </ac:spMkLst>
        </pc:spChg>
        <pc:spChg chg="add del mod">
          <ac:chgData name="Anny Farjana" userId="d76fd714a7561097" providerId="Windows Live" clId="Web-{6F27C455-BCFC-486C-BEA7-93110B360F58}" dt="2026-04-07T01:02:19.577" v="443"/>
          <ac:spMkLst>
            <pc:docMk/>
            <pc:sldMk cId="2151184982" sldId="257"/>
            <ac:spMk id="5" creationId="{ECDFADEA-CBB7-9D7B-F009-F637EB12A931}"/>
          </ac:spMkLst>
        </pc:spChg>
        <pc:spChg chg="add del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8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10" creationId="{0CF52A5B-5810-4130-A3DB-FD2582D053FB}"/>
          </ac:spMkLst>
        </pc:spChg>
        <pc:spChg chg="add del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12" creationId="{B77B4CB6-64B7-4C1D-B623-F1EC02FCCBCE}"/>
          </ac:spMkLst>
        </pc:spChg>
        <pc:spChg chg="add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17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19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7T01:02:22.920" v="444"/>
          <ac:spMkLst>
            <pc:docMk/>
            <pc:sldMk cId="2151184982" sldId="257"/>
            <ac:spMk id="21" creationId="{B8FE145C-BED6-4533-8211-7AC773F7A26A}"/>
          </ac:spMkLst>
        </pc:spChg>
      </pc:sldChg>
      <pc:sldChg chg="addSp modSp new mod setBg">
        <pc:chgData name="Anny Farjana" userId="d76fd714a7561097" providerId="Windows Live" clId="Web-{6F27C455-BCFC-486C-BEA7-93110B360F58}" dt="2026-04-07T01:05:05.175" v="469" actId="20577"/>
        <pc:sldMkLst>
          <pc:docMk/>
          <pc:sldMk cId="2333044133" sldId="258"/>
        </pc:sldMkLst>
        <pc:spChg chg="mod">
          <ac:chgData name="Anny Farjana" userId="d76fd714a7561097" providerId="Windows Live" clId="Web-{6F27C455-BCFC-486C-BEA7-93110B360F58}" dt="2026-04-06T22:34:41.402" v="252"/>
          <ac:spMkLst>
            <pc:docMk/>
            <pc:sldMk cId="2333044133" sldId="258"/>
            <ac:spMk id="2" creationId="{8854B812-DBA7-D48C-7E7A-183556821C46}"/>
          </ac:spMkLst>
        </pc:spChg>
        <pc:spChg chg="mod">
          <ac:chgData name="Anny Farjana" userId="d76fd714a7561097" providerId="Windows Live" clId="Web-{6F27C455-BCFC-486C-BEA7-93110B360F58}" dt="2026-04-07T01:05:05.175" v="469" actId="20577"/>
          <ac:spMkLst>
            <pc:docMk/>
            <pc:sldMk cId="2333044133" sldId="258"/>
            <ac:spMk id="3" creationId="{9307C2F9-04DD-62FB-BB55-8B6190FE13E8}"/>
          </ac:spMkLst>
        </pc:spChg>
        <pc:spChg chg="add">
          <ac:chgData name="Anny Farjana" userId="d76fd714a7561097" providerId="Windows Live" clId="Web-{6F27C455-BCFC-486C-BEA7-93110B360F58}" dt="2026-04-06T22:34:41.402" v="252"/>
          <ac:spMkLst>
            <pc:docMk/>
            <pc:sldMk cId="2333044133" sldId="258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2:34:41.402" v="252"/>
          <ac:spMkLst>
            <pc:docMk/>
            <pc:sldMk cId="2333044133" sldId="258"/>
            <ac:spMk id="10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6T22:34:41.402" v="252"/>
          <ac:spMkLst>
            <pc:docMk/>
            <pc:sldMk cId="2333044133" sldId="258"/>
            <ac:spMk id="12" creationId="{B8FE145C-BED6-4533-8211-7AC773F7A26A}"/>
          </ac:spMkLst>
        </pc:spChg>
      </pc:sldChg>
      <pc:sldChg chg="addSp delSp modSp new mod setBg">
        <pc:chgData name="Anny Farjana" userId="d76fd714a7561097" providerId="Windows Live" clId="Web-{6F27C455-BCFC-486C-BEA7-93110B360F58}" dt="2026-04-07T01:07:20.645" v="499" actId="20577"/>
        <pc:sldMkLst>
          <pc:docMk/>
          <pc:sldMk cId="1022003864" sldId="259"/>
        </pc:sldMkLst>
        <pc:spChg chg="mod">
          <ac:chgData name="Anny Farjana" userId="d76fd714a7561097" providerId="Windows Live" clId="Web-{6F27C455-BCFC-486C-BEA7-93110B360F58}" dt="2026-04-07T01:07:11.785" v="495" actId="14100"/>
          <ac:spMkLst>
            <pc:docMk/>
            <pc:sldMk cId="1022003864" sldId="259"/>
            <ac:spMk id="2" creationId="{ACE32820-BC0E-A530-7DD4-DDEA7D17CDEC}"/>
          </ac:spMkLst>
        </pc:spChg>
        <pc:spChg chg="mod">
          <ac:chgData name="Anny Farjana" userId="d76fd714a7561097" providerId="Windows Live" clId="Web-{6F27C455-BCFC-486C-BEA7-93110B360F58}" dt="2026-04-07T01:07:20.645" v="499" actId="20577"/>
          <ac:spMkLst>
            <pc:docMk/>
            <pc:sldMk cId="1022003864" sldId="259"/>
            <ac:spMk id="3" creationId="{231E3138-BDE2-7DAB-172F-14E101A44874}"/>
          </ac:spMkLst>
        </pc:spChg>
        <pc:spChg chg="add del">
          <ac:chgData name="Anny Farjana" userId="d76fd714a7561097" providerId="Windows Live" clId="Web-{6F27C455-BCFC-486C-BEA7-93110B360F58}" dt="2026-04-06T21:55:20.494" v="97"/>
          <ac:spMkLst>
            <pc:docMk/>
            <pc:sldMk cId="1022003864" sldId="259"/>
            <ac:spMk id="10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6T21:55:20.494" v="97"/>
          <ac:spMkLst>
            <pc:docMk/>
            <pc:sldMk cId="1022003864" sldId="259"/>
            <ac:spMk id="12" creationId="{60E20617-5A38-4FAF-8FE0-B4C6A95F1D41}"/>
          </ac:spMkLst>
        </pc:spChg>
        <pc:spChg chg="add del">
          <ac:chgData name="Anny Farjana" userId="d76fd714a7561097" providerId="Windows Live" clId="Web-{6F27C455-BCFC-486C-BEA7-93110B360F58}" dt="2026-04-06T21:55:20.494" v="97"/>
          <ac:spMkLst>
            <pc:docMk/>
            <pc:sldMk cId="1022003864" sldId="259"/>
            <ac:spMk id="14" creationId="{91E23747-C918-4EC5-811F-876AFAD747D1}"/>
          </ac:spMkLst>
        </pc:spChg>
        <pc:spChg chg="add del">
          <ac:chgData name="Anny Farjana" userId="d76fd714a7561097" providerId="Windows Live" clId="Web-{6F27C455-BCFC-486C-BEA7-93110B360F58}" dt="2026-04-07T01:06:53.738" v="485"/>
          <ac:spMkLst>
            <pc:docMk/>
            <pc:sldMk cId="1022003864" sldId="259"/>
            <ac:spMk id="19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7T01:06:53.738" v="485"/>
          <ac:spMkLst>
            <pc:docMk/>
            <pc:sldMk cId="1022003864" sldId="259"/>
            <ac:spMk id="21" creationId="{60E20617-5A38-4FAF-8FE0-B4C6A95F1D41}"/>
          </ac:spMkLst>
        </pc:spChg>
        <pc:spChg chg="add del">
          <ac:chgData name="Anny Farjana" userId="d76fd714a7561097" providerId="Windows Live" clId="Web-{6F27C455-BCFC-486C-BEA7-93110B360F58}" dt="2026-04-07T01:06:53.738" v="485"/>
          <ac:spMkLst>
            <pc:docMk/>
            <pc:sldMk cId="1022003864" sldId="259"/>
            <ac:spMk id="23" creationId="{91E23747-C918-4EC5-811F-876AFAD747D1}"/>
          </ac:spMkLst>
        </pc:spChg>
        <pc:spChg chg="add">
          <ac:chgData name="Anny Farjana" userId="d76fd714a7561097" providerId="Windows Live" clId="Web-{6F27C455-BCFC-486C-BEA7-93110B360F58}" dt="2026-04-07T01:06:53.738" v="485"/>
          <ac:spMkLst>
            <pc:docMk/>
            <pc:sldMk cId="1022003864" sldId="259"/>
            <ac:spMk id="2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1:06:53.738" v="485"/>
          <ac:spMkLst>
            <pc:docMk/>
            <pc:sldMk cId="1022003864" sldId="259"/>
            <ac:spMk id="30" creationId="{60E20617-5A38-4FAF-8FE0-B4C6A95F1D41}"/>
          </ac:spMkLst>
        </pc:spChg>
        <pc:spChg chg="add">
          <ac:chgData name="Anny Farjana" userId="d76fd714a7561097" providerId="Windows Live" clId="Web-{6F27C455-BCFC-486C-BEA7-93110B360F58}" dt="2026-04-07T01:06:53.738" v="485"/>
          <ac:spMkLst>
            <pc:docMk/>
            <pc:sldMk cId="1022003864" sldId="259"/>
            <ac:spMk id="32" creationId="{91E23747-C918-4EC5-811F-876AFAD747D1}"/>
          </ac:spMkLst>
        </pc:spChg>
        <pc:picChg chg="add mod">
          <ac:chgData name="Anny Farjana" userId="d76fd714a7561097" providerId="Windows Live" clId="Web-{6F27C455-BCFC-486C-BEA7-93110B360F58}" dt="2026-04-06T21:54:32.869" v="94"/>
          <ac:picMkLst>
            <pc:docMk/>
            <pc:sldMk cId="1022003864" sldId="259"/>
            <ac:picMk id="4" creationId="{3C056E36-E32B-C735-AFBA-DE5F30FC2271}"/>
          </ac:picMkLst>
        </pc:picChg>
        <pc:picChg chg="add mod">
          <ac:chgData name="Anny Farjana" userId="d76fd714a7561097" providerId="Windows Live" clId="Web-{6F27C455-BCFC-486C-BEA7-93110B360F58}" dt="2026-04-06T21:54:32.869" v="94"/>
          <ac:picMkLst>
            <pc:docMk/>
            <pc:sldMk cId="1022003864" sldId="259"/>
            <ac:picMk id="5" creationId="{10224725-E528-4D16-2ABC-63DD456BCE46}"/>
          </ac:picMkLst>
        </pc:picChg>
      </pc:sldChg>
      <pc:sldChg chg="addSp modSp new mod setBg">
        <pc:chgData name="Anny Farjana" userId="d76fd714a7561097" providerId="Windows Live" clId="Web-{6F27C455-BCFC-486C-BEA7-93110B360F58}" dt="2026-04-07T01:08:01.542" v="501" actId="20577"/>
        <pc:sldMkLst>
          <pc:docMk/>
          <pc:sldMk cId="3011348741" sldId="260"/>
        </pc:sldMkLst>
        <pc:spChg chg="mod">
          <ac:chgData name="Anny Farjana" userId="d76fd714a7561097" providerId="Windows Live" clId="Web-{6F27C455-BCFC-486C-BEA7-93110B360F58}" dt="2026-04-06T21:57:33.494" v="108"/>
          <ac:spMkLst>
            <pc:docMk/>
            <pc:sldMk cId="3011348741" sldId="260"/>
            <ac:spMk id="2" creationId="{F5FB841C-4F50-71CC-525D-F581B11111F7}"/>
          </ac:spMkLst>
        </pc:spChg>
        <pc:spChg chg="mod">
          <ac:chgData name="Anny Farjana" userId="d76fd714a7561097" providerId="Windows Live" clId="Web-{6F27C455-BCFC-486C-BEA7-93110B360F58}" dt="2026-04-07T01:08:01.542" v="501" actId="20577"/>
          <ac:spMkLst>
            <pc:docMk/>
            <pc:sldMk cId="3011348741" sldId="260"/>
            <ac:spMk id="3" creationId="{77BD65AC-1F91-48FF-96F2-7C6F2AEF1E58}"/>
          </ac:spMkLst>
        </pc:spChg>
        <pc:spChg chg="add">
          <ac:chgData name="Anny Farjana" userId="d76fd714a7561097" providerId="Windows Live" clId="Web-{6F27C455-BCFC-486C-BEA7-93110B360F58}" dt="2026-04-06T21:57:33.494" v="108"/>
          <ac:spMkLst>
            <pc:docMk/>
            <pc:sldMk cId="3011348741" sldId="260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1:57:33.494" v="108"/>
          <ac:spMkLst>
            <pc:docMk/>
            <pc:sldMk cId="3011348741" sldId="260"/>
            <ac:spMk id="10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6T21:57:33.494" v="108"/>
          <ac:spMkLst>
            <pc:docMk/>
            <pc:sldMk cId="3011348741" sldId="260"/>
            <ac:spMk id="12" creationId="{B8FE145C-BED6-4533-8211-7AC773F7A26A}"/>
          </ac:spMkLst>
        </pc:spChg>
      </pc:sldChg>
      <pc:sldChg chg="addSp delSp modSp new mod setBg">
        <pc:chgData name="Anny Farjana" userId="d76fd714a7561097" providerId="Windows Live" clId="Web-{6F27C455-BCFC-486C-BEA7-93110B360F58}" dt="2026-04-07T01:09:02.919" v="509" actId="20577"/>
        <pc:sldMkLst>
          <pc:docMk/>
          <pc:sldMk cId="1014228265" sldId="261"/>
        </pc:sldMkLst>
        <pc:spChg chg="mod">
          <ac:chgData name="Anny Farjana" userId="d76fd714a7561097" providerId="Windows Live" clId="Web-{6F27C455-BCFC-486C-BEA7-93110B360F58}" dt="2026-04-07T01:08:38.590" v="507" actId="14100"/>
          <ac:spMkLst>
            <pc:docMk/>
            <pc:sldMk cId="1014228265" sldId="261"/>
            <ac:spMk id="2" creationId="{A92585B7-7DFF-80D1-BE94-B8005420EB1F}"/>
          </ac:spMkLst>
        </pc:spChg>
        <pc:spChg chg="mod">
          <ac:chgData name="Anny Farjana" userId="d76fd714a7561097" providerId="Windows Live" clId="Web-{6F27C455-BCFC-486C-BEA7-93110B360F58}" dt="2026-04-07T01:09:02.919" v="509" actId="20577"/>
          <ac:spMkLst>
            <pc:docMk/>
            <pc:sldMk cId="1014228265" sldId="261"/>
            <ac:spMk id="3" creationId="{779963CB-A984-A724-F3A0-8D4316862BE2}"/>
          </ac:spMkLst>
        </pc:spChg>
        <pc:spChg chg="add del">
          <ac:chgData name="Anny Farjana" userId="d76fd714a7561097" providerId="Windows Live" clId="Web-{6F27C455-BCFC-486C-BEA7-93110B360F58}" dt="2026-04-06T23:48:21.763" v="341"/>
          <ac:spMkLst>
            <pc:docMk/>
            <pc:sldMk cId="1014228265" sldId="261"/>
            <ac:spMk id="10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6T23:48:21.763" v="341"/>
          <ac:spMkLst>
            <pc:docMk/>
            <pc:sldMk cId="1014228265" sldId="261"/>
            <ac:spMk id="12" creationId="{4E64E4A9-D8D0-4AE7-99BD-EFE51D6EB122}"/>
          </ac:spMkLst>
        </pc:spChg>
        <pc:spChg chg="add del">
          <ac:chgData name="Anny Farjana" userId="d76fd714a7561097" providerId="Windows Live" clId="Web-{6F27C455-BCFC-486C-BEA7-93110B360F58}" dt="2026-04-06T23:48:21.763" v="341"/>
          <ac:spMkLst>
            <pc:docMk/>
            <pc:sldMk cId="1014228265" sldId="261"/>
            <ac:spMk id="14" creationId="{AFD62F46-8DC3-4EDF-BDEF-27C439C6F7BD}"/>
          </ac:spMkLst>
        </pc:spChg>
        <pc:spChg chg="add del">
          <ac:chgData name="Anny Farjana" userId="d76fd714a7561097" providerId="Windows Live" clId="Web-{6F27C455-BCFC-486C-BEA7-93110B360F58}" dt="2026-04-06T23:48:56.592" v="348"/>
          <ac:spMkLst>
            <pc:docMk/>
            <pc:sldMk cId="1014228265" sldId="261"/>
            <ac:spMk id="16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6T23:48:56.592" v="348"/>
          <ac:spMkLst>
            <pc:docMk/>
            <pc:sldMk cId="1014228265" sldId="261"/>
            <ac:spMk id="17" creationId="{41380B7A-5B85-4642-8878-2089DEF2C3DA}"/>
          </ac:spMkLst>
        </pc:spChg>
        <pc:spChg chg="add del">
          <ac:chgData name="Anny Farjana" userId="d76fd714a7561097" providerId="Windows Live" clId="Web-{6F27C455-BCFC-486C-BEA7-93110B360F58}" dt="2026-04-06T23:48:56.592" v="348"/>
          <ac:spMkLst>
            <pc:docMk/>
            <pc:sldMk cId="1014228265" sldId="261"/>
            <ac:spMk id="18" creationId="{848D562A-EF99-44C6-AA29-9D3E421772AF}"/>
          </ac:spMkLst>
        </pc:spChg>
        <pc:spChg chg="add">
          <ac:chgData name="Anny Farjana" userId="d76fd714a7561097" providerId="Windows Live" clId="Web-{6F27C455-BCFC-486C-BEA7-93110B360F58}" dt="2026-04-06T23:48:56.592" v="348"/>
          <ac:spMkLst>
            <pc:docMk/>
            <pc:sldMk cId="1014228265" sldId="261"/>
            <ac:spMk id="23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3:48:56.592" v="348"/>
          <ac:spMkLst>
            <pc:docMk/>
            <pc:sldMk cId="1014228265" sldId="261"/>
            <ac:spMk id="25" creationId="{E21B23E0-233D-4F8B-8913-8D7328DBD48E}"/>
          </ac:spMkLst>
        </pc:spChg>
        <pc:spChg chg="add">
          <ac:chgData name="Anny Farjana" userId="d76fd714a7561097" providerId="Windows Live" clId="Web-{6F27C455-BCFC-486C-BEA7-93110B360F58}" dt="2026-04-06T23:48:56.592" v="348"/>
          <ac:spMkLst>
            <pc:docMk/>
            <pc:sldMk cId="1014228265" sldId="261"/>
            <ac:spMk id="27" creationId="{187887D1-F87C-4CDE-9AE3-4C35360E0028}"/>
          </ac:spMkLst>
        </pc:spChg>
        <pc:picChg chg="add del mod">
          <ac:chgData name="Anny Farjana" userId="d76fd714a7561097" providerId="Windows Live" clId="Web-{6F27C455-BCFC-486C-BEA7-93110B360F58}" dt="2026-04-06T23:47:57.997" v="336"/>
          <ac:picMkLst>
            <pc:docMk/>
            <pc:sldMk cId="1014228265" sldId="261"/>
            <ac:picMk id="4" creationId="{F6C70B48-4104-A384-8EF2-601558BBA343}"/>
          </ac:picMkLst>
        </pc:picChg>
        <pc:picChg chg="add mod">
          <ac:chgData name="Anny Farjana" userId="d76fd714a7561097" providerId="Windows Live" clId="Web-{6F27C455-BCFC-486C-BEA7-93110B360F58}" dt="2026-04-06T23:49:18.873" v="354" actId="1076"/>
          <ac:picMkLst>
            <pc:docMk/>
            <pc:sldMk cId="1014228265" sldId="261"/>
            <ac:picMk id="5" creationId="{7EA9FA61-1761-A3AF-7CE8-64389AFBA82A}"/>
          </ac:picMkLst>
        </pc:picChg>
        <pc:picChg chg="add mod ord">
          <ac:chgData name="Anny Farjana" userId="d76fd714a7561097" providerId="Windows Live" clId="Web-{6F27C455-BCFC-486C-BEA7-93110B360F58}" dt="2026-04-06T23:48:56.592" v="348"/>
          <ac:picMkLst>
            <pc:docMk/>
            <pc:sldMk cId="1014228265" sldId="261"/>
            <ac:picMk id="6" creationId="{9D06542F-E7E6-8983-0755-C6ED1A9B6FAF}"/>
          </ac:picMkLst>
        </pc:picChg>
        <pc:picChg chg="add mod">
          <ac:chgData name="Anny Farjana" userId="d76fd714a7561097" providerId="Windows Live" clId="Web-{6F27C455-BCFC-486C-BEA7-93110B360F58}" dt="2026-04-06T23:49:05.279" v="350" actId="14100"/>
          <ac:picMkLst>
            <pc:docMk/>
            <pc:sldMk cId="1014228265" sldId="261"/>
            <ac:picMk id="7" creationId="{11D02B06-E658-E60C-B257-6FC92BAE5682}"/>
          </ac:picMkLst>
        </pc:picChg>
      </pc:sldChg>
      <pc:sldChg chg="addSp delSp modSp new mod setBg">
        <pc:chgData name="Anny Farjana" userId="d76fd714a7561097" providerId="Windows Live" clId="Web-{6F27C455-BCFC-486C-BEA7-93110B360F58}" dt="2026-04-07T01:10:18.639" v="517" actId="20577"/>
        <pc:sldMkLst>
          <pc:docMk/>
          <pc:sldMk cId="1769718478" sldId="262"/>
        </pc:sldMkLst>
        <pc:spChg chg="mod">
          <ac:chgData name="Anny Farjana" userId="d76fd714a7561097" providerId="Windows Live" clId="Web-{6F27C455-BCFC-486C-BEA7-93110B360F58}" dt="2026-04-07T01:09:45.420" v="512" actId="14100"/>
          <ac:spMkLst>
            <pc:docMk/>
            <pc:sldMk cId="1769718478" sldId="262"/>
            <ac:spMk id="2" creationId="{B9AA4D65-8D45-39A9-18BA-2A701B757854}"/>
          </ac:spMkLst>
        </pc:spChg>
        <pc:spChg chg="mod">
          <ac:chgData name="Anny Farjana" userId="d76fd714a7561097" providerId="Windows Live" clId="Web-{6F27C455-BCFC-486C-BEA7-93110B360F58}" dt="2026-04-07T01:10:18.639" v="517" actId="20577"/>
          <ac:spMkLst>
            <pc:docMk/>
            <pc:sldMk cId="1769718478" sldId="262"/>
            <ac:spMk id="3" creationId="{EEB3F041-D654-08A4-A037-6F7DAE2DB852}"/>
          </ac:spMkLst>
        </pc:spChg>
        <pc:spChg chg="add del">
          <ac:chgData name="Anny Farjana" userId="d76fd714a7561097" providerId="Windows Live" clId="Web-{6F27C455-BCFC-486C-BEA7-93110B360F58}" dt="2026-04-06T23:52:28.346" v="357"/>
          <ac:spMkLst>
            <pc:docMk/>
            <pc:sldMk cId="1769718478" sldId="262"/>
            <ac:spMk id="10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6T23:52:28.346" v="357"/>
          <ac:spMkLst>
            <pc:docMk/>
            <pc:sldMk cId="1769718478" sldId="262"/>
            <ac:spMk id="12" creationId="{60E20617-5A38-4FAF-8FE0-B4C6A95F1D41}"/>
          </ac:spMkLst>
        </pc:spChg>
        <pc:spChg chg="add del">
          <ac:chgData name="Anny Farjana" userId="d76fd714a7561097" providerId="Windows Live" clId="Web-{6F27C455-BCFC-486C-BEA7-93110B360F58}" dt="2026-04-06T23:52:28.346" v="357"/>
          <ac:spMkLst>
            <pc:docMk/>
            <pc:sldMk cId="1769718478" sldId="262"/>
            <ac:spMk id="14" creationId="{91E23747-C918-4EC5-811F-876AFAD747D1}"/>
          </ac:spMkLst>
        </pc:spChg>
        <pc:spChg chg="add">
          <ac:chgData name="Anny Farjana" userId="d76fd714a7561097" providerId="Windows Live" clId="Web-{6F27C455-BCFC-486C-BEA7-93110B360F58}" dt="2026-04-06T23:52:28.346" v="357"/>
          <ac:spMkLst>
            <pc:docMk/>
            <pc:sldMk cId="1769718478" sldId="262"/>
            <ac:spMk id="19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3:52:28.346" v="357"/>
          <ac:spMkLst>
            <pc:docMk/>
            <pc:sldMk cId="1769718478" sldId="262"/>
            <ac:spMk id="21" creationId="{E21B23E0-233D-4F8B-8913-8D7328DBD48E}"/>
          </ac:spMkLst>
        </pc:spChg>
        <pc:spChg chg="add">
          <ac:chgData name="Anny Farjana" userId="d76fd714a7561097" providerId="Windows Live" clId="Web-{6F27C455-BCFC-486C-BEA7-93110B360F58}" dt="2026-04-06T23:52:28.346" v="357"/>
          <ac:spMkLst>
            <pc:docMk/>
            <pc:sldMk cId="1769718478" sldId="262"/>
            <ac:spMk id="23" creationId="{187887D1-F87C-4CDE-9AE3-4C35360E0028}"/>
          </ac:spMkLst>
        </pc:spChg>
        <pc:picChg chg="add mod ord">
          <ac:chgData name="Anny Farjana" userId="d76fd714a7561097" providerId="Windows Live" clId="Web-{6F27C455-BCFC-486C-BEA7-93110B360F58}" dt="2026-04-06T23:52:36.471" v="358" actId="14100"/>
          <ac:picMkLst>
            <pc:docMk/>
            <pc:sldMk cId="1769718478" sldId="262"/>
            <ac:picMk id="4" creationId="{CE8402B9-20C6-72AC-2901-D2A37B8D8328}"/>
          </ac:picMkLst>
        </pc:picChg>
        <pc:picChg chg="add mod">
          <ac:chgData name="Anny Farjana" userId="d76fd714a7561097" providerId="Windows Live" clId="Web-{6F27C455-BCFC-486C-BEA7-93110B360F58}" dt="2026-04-06T23:52:40.440" v="359" actId="14100"/>
          <ac:picMkLst>
            <pc:docMk/>
            <pc:sldMk cId="1769718478" sldId="262"/>
            <ac:picMk id="5" creationId="{B74A368C-EE0D-6CFC-44D2-1C45A56D4DBD}"/>
          </ac:picMkLst>
        </pc:picChg>
        <pc:picChg chg="add mod ord">
          <ac:chgData name="Anny Farjana" userId="d76fd714a7561097" providerId="Windows Live" clId="Web-{6F27C455-BCFC-486C-BEA7-93110B360F58}" dt="2026-04-06T23:52:43.502" v="360" actId="14100"/>
          <ac:picMkLst>
            <pc:docMk/>
            <pc:sldMk cId="1769718478" sldId="262"/>
            <ac:picMk id="6" creationId="{413CAAA4-F3A2-1B33-3B9A-02669C88F48C}"/>
          </ac:picMkLst>
        </pc:picChg>
      </pc:sldChg>
      <pc:sldChg chg="addSp delSp modSp new mod setBg">
        <pc:chgData name="Anny Farjana" userId="d76fd714a7561097" providerId="Windows Live" clId="Web-{6F27C455-BCFC-486C-BEA7-93110B360F58}" dt="2026-04-06T23:58:31.854" v="394" actId="1076"/>
        <pc:sldMkLst>
          <pc:docMk/>
          <pc:sldMk cId="705975887" sldId="263"/>
        </pc:sldMkLst>
        <pc:spChg chg="mod">
          <ac:chgData name="Anny Farjana" userId="d76fd714a7561097" providerId="Windows Live" clId="Web-{6F27C455-BCFC-486C-BEA7-93110B360F58}" dt="2026-04-06T22:17:52.448" v="194"/>
          <ac:spMkLst>
            <pc:docMk/>
            <pc:sldMk cId="705975887" sldId="263"/>
            <ac:spMk id="2" creationId="{D104DC52-C3C1-2604-B0C4-737748E7AC61}"/>
          </ac:spMkLst>
        </pc:spChg>
        <pc:spChg chg="mod">
          <ac:chgData name="Anny Farjana" userId="d76fd714a7561097" providerId="Windows Live" clId="Web-{6F27C455-BCFC-486C-BEA7-93110B360F58}" dt="2026-04-06T22:17:52.448" v="194"/>
          <ac:spMkLst>
            <pc:docMk/>
            <pc:sldMk cId="705975887" sldId="263"/>
            <ac:spMk id="3" creationId="{FA72806F-D15D-5162-F908-201DB87F6A76}"/>
          </ac:spMkLst>
        </pc:spChg>
        <pc:spChg chg="add">
          <ac:chgData name="Anny Farjana" userId="d76fd714a7561097" providerId="Windows Live" clId="Web-{6F27C455-BCFC-486C-BEA7-93110B360F58}" dt="2026-04-06T22:17:52.448" v="194"/>
          <ac:spMkLst>
            <pc:docMk/>
            <pc:sldMk cId="705975887" sldId="263"/>
            <ac:spMk id="10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2:17:52.448" v="194"/>
          <ac:spMkLst>
            <pc:docMk/>
            <pc:sldMk cId="705975887" sldId="263"/>
            <ac:spMk id="12" creationId="{60E20617-5A38-4FAF-8FE0-B4C6A95F1D41}"/>
          </ac:spMkLst>
        </pc:spChg>
        <pc:spChg chg="add">
          <ac:chgData name="Anny Farjana" userId="d76fd714a7561097" providerId="Windows Live" clId="Web-{6F27C455-BCFC-486C-BEA7-93110B360F58}" dt="2026-04-06T22:17:52.448" v="194"/>
          <ac:spMkLst>
            <pc:docMk/>
            <pc:sldMk cId="705975887" sldId="263"/>
            <ac:spMk id="14" creationId="{91E23747-C918-4EC5-811F-876AFAD747D1}"/>
          </ac:spMkLst>
        </pc:spChg>
        <pc:picChg chg="add del mod ord">
          <ac:chgData name="Anny Farjana" userId="d76fd714a7561097" providerId="Windows Live" clId="Web-{6F27C455-BCFC-486C-BEA7-93110B360F58}" dt="2026-04-06T23:57:52.635" v="385"/>
          <ac:picMkLst>
            <pc:docMk/>
            <pc:sldMk cId="705975887" sldId="263"/>
            <ac:picMk id="4" creationId="{700FEF4B-C9B7-2559-BD4B-86F0B5929298}"/>
          </ac:picMkLst>
        </pc:picChg>
        <pc:picChg chg="add del mod">
          <ac:chgData name="Anny Farjana" userId="d76fd714a7561097" providerId="Windows Live" clId="Web-{6F27C455-BCFC-486C-BEA7-93110B360F58}" dt="2026-04-06T23:58:10.370" v="389"/>
          <ac:picMkLst>
            <pc:docMk/>
            <pc:sldMk cId="705975887" sldId="263"/>
            <ac:picMk id="5" creationId="{23595405-03CD-1C35-937B-1DD65AD1226D}"/>
          </ac:picMkLst>
        </pc:picChg>
        <pc:picChg chg="add mod">
          <ac:chgData name="Anny Farjana" userId="d76fd714a7561097" providerId="Windows Live" clId="Web-{6F27C455-BCFC-486C-BEA7-93110B360F58}" dt="2026-04-06T23:58:06.073" v="388" actId="1076"/>
          <ac:picMkLst>
            <pc:docMk/>
            <pc:sldMk cId="705975887" sldId="263"/>
            <ac:picMk id="6" creationId="{EB40D06A-77F1-3D06-2BE8-7C647DCE90BF}"/>
          </ac:picMkLst>
        </pc:picChg>
        <pc:picChg chg="add mod">
          <ac:chgData name="Anny Farjana" userId="d76fd714a7561097" providerId="Windows Live" clId="Web-{6F27C455-BCFC-486C-BEA7-93110B360F58}" dt="2026-04-06T23:58:31.854" v="394" actId="1076"/>
          <ac:picMkLst>
            <pc:docMk/>
            <pc:sldMk cId="705975887" sldId="263"/>
            <ac:picMk id="7" creationId="{3724F485-6282-3235-A65F-D56C08142ED6}"/>
          </ac:picMkLst>
        </pc:picChg>
      </pc:sldChg>
      <pc:sldChg chg="addSp delSp modSp new mod setBg">
        <pc:chgData name="Anny Farjana" userId="d76fd714a7561097" providerId="Windows Live" clId="Web-{6F27C455-BCFC-486C-BEA7-93110B360F58}" dt="2026-04-07T01:11:11.703" v="522" actId="20577"/>
        <pc:sldMkLst>
          <pc:docMk/>
          <pc:sldMk cId="1549685430" sldId="264"/>
        </pc:sldMkLst>
        <pc:spChg chg="mod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2" creationId="{53CEC9F1-8B20-8F47-6933-4C2B5842AE29}"/>
          </ac:spMkLst>
        </pc:spChg>
        <pc:spChg chg="mod">
          <ac:chgData name="Anny Farjana" userId="d76fd714a7561097" providerId="Windows Live" clId="Web-{6F27C455-BCFC-486C-BEA7-93110B360F58}" dt="2026-04-07T01:11:11.703" v="522" actId="20577"/>
          <ac:spMkLst>
            <pc:docMk/>
            <pc:sldMk cId="1549685430" sldId="264"/>
            <ac:spMk id="3" creationId="{8DE1F862-B0FD-C9F0-8443-66D91F845A29}"/>
          </ac:spMkLst>
        </pc:spChg>
        <pc:spChg chg="add del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9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11" creationId="{876BDF4D-4826-490A-8307-7247A295E282}"/>
          </ac:spMkLst>
        </pc:spChg>
        <pc:spChg chg="add del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13" creationId="{2E0FF4CF-25CB-4537-9BBF-28B36C76BEED}"/>
          </ac:spMkLst>
        </pc:spChg>
        <pc:spChg chg="add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1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20" creationId="{37C48F90-AFD5-4232-AE7D-27B956BF7EC5}"/>
          </ac:spMkLst>
        </pc:spChg>
        <pc:spChg chg="add">
          <ac:chgData name="Anny Farjana" userId="d76fd714a7561097" providerId="Windows Live" clId="Web-{6F27C455-BCFC-486C-BEA7-93110B360F58}" dt="2026-04-06T23:54:55.166" v="380"/>
          <ac:spMkLst>
            <pc:docMk/>
            <pc:sldMk cId="1549685430" sldId="264"/>
            <ac:spMk id="22" creationId="{73C96EE1-9524-4300-BFAC-56AA55EB495C}"/>
          </ac:spMkLst>
        </pc:spChg>
        <pc:picChg chg="add mod">
          <ac:chgData name="Anny Farjana" userId="d76fd714a7561097" providerId="Windows Live" clId="Web-{6F27C455-BCFC-486C-BEA7-93110B360F58}" dt="2026-04-06T23:55:16.197" v="382" actId="1076"/>
          <ac:picMkLst>
            <pc:docMk/>
            <pc:sldMk cId="1549685430" sldId="264"/>
            <ac:picMk id="4" creationId="{2629A56C-B1B0-201A-85D1-E16EBF6E673F}"/>
          </ac:picMkLst>
        </pc:picChg>
      </pc:sldChg>
      <pc:sldChg chg="addSp modSp new mod setBg">
        <pc:chgData name="Anny Farjana" userId="d76fd714a7561097" providerId="Windows Live" clId="Web-{6F27C455-BCFC-486C-BEA7-93110B360F58}" dt="2026-04-07T01:16:33.050" v="562" actId="20577"/>
        <pc:sldMkLst>
          <pc:docMk/>
          <pc:sldMk cId="3079059836" sldId="265"/>
        </pc:sldMkLst>
        <pc:spChg chg="mod">
          <ac:chgData name="Anny Farjana" userId="d76fd714a7561097" providerId="Windows Live" clId="Web-{6F27C455-BCFC-486C-BEA7-93110B360F58}" dt="2026-04-07T00:02:55.845" v="396"/>
          <ac:spMkLst>
            <pc:docMk/>
            <pc:sldMk cId="3079059836" sldId="265"/>
            <ac:spMk id="2" creationId="{9EA97499-BC6E-9AC2-4867-CCFC5B6CC404}"/>
          </ac:spMkLst>
        </pc:spChg>
        <pc:spChg chg="mod">
          <ac:chgData name="Anny Farjana" userId="d76fd714a7561097" providerId="Windows Live" clId="Web-{6F27C455-BCFC-486C-BEA7-93110B360F58}" dt="2026-04-07T01:16:33.050" v="562" actId="20577"/>
          <ac:spMkLst>
            <pc:docMk/>
            <pc:sldMk cId="3079059836" sldId="265"/>
            <ac:spMk id="3" creationId="{2A1E3C5E-11BE-0992-EFA0-DBC52E659BD7}"/>
          </ac:spMkLst>
        </pc:spChg>
        <pc:spChg chg="add">
          <ac:chgData name="Anny Farjana" userId="d76fd714a7561097" providerId="Windows Live" clId="Web-{6F27C455-BCFC-486C-BEA7-93110B360F58}" dt="2026-04-07T00:02:55.845" v="396"/>
          <ac:spMkLst>
            <pc:docMk/>
            <pc:sldMk cId="3079059836" sldId="265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0:02:55.845" v="396"/>
          <ac:spMkLst>
            <pc:docMk/>
            <pc:sldMk cId="3079059836" sldId="265"/>
            <ac:spMk id="10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7T00:02:55.845" v="396"/>
          <ac:spMkLst>
            <pc:docMk/>
            <pc:sldMk cId="3079059836" sldId="265"/>
            <ac:spMk id="12" creationId="{B8FE145C-BED6-4533-8211-7AC773F7A26A}"/>
          </ac:spMkLst>
        </pc:spChg>
      </pc:sldChg>
      <pc:sldChg chg="addSp modSp new mod setBg">
        <pc:chgData name="Anny Farjana" userId="d76fd714a7561097" providerId="Windows Live" clId="Web-{6F27C455-BCFC-486C-BEA7-93110B360F58}" dt="2026-04-07T00:02:48.173" v="395"/>
        <pc:sldMkLst>
          <pc:docMk/>
          <pc:sldMk cId="1083751902" sldId="266"/>
        </pc:sldMkLst>
        <pc:spChg chg="mod">
          <ac:chgData name="Anny Farjana" userId="d76fd714a7561097" providerId="Windows Live" clId="Web-{6F27C455-BCFC-486C-BEA7-93110B360F58}" dt="2026-04-07T00:02:48.173" v="395"/>
          <ac:spMkLst>
            <pc:docMk/>
            <pc:sldMk cId="1083751902" sldId="266"/>
            <ac:spMk id="2" creationId="{4031D021-5687-4C08-B40C-2E32C2AFD3D9}"/>
          </ac:spMkLst>
        </pc:spChg>
        <pc:spChg chg="mod">
          <ac:chgData name="Anny Farjana" userId="d76fd714a7561097" providerId="Windows Live" clId="Web-{6F27C455-BCFC-486C-BEA7-93110B360F58}" dt="2026-04-07T00:02:48.173" v="395"/>
          <ac:spMkLst>
            <pc:docMk/>
            <pc:sldMk cId="1083751902" sldId="266"/>
            <ac:spMk id="3" creationId="{5C878F0B-4E1F-3A42-02A4-B76ACFC826B4}"/>
          </ac:spMkLst>
        </pc:spChg>
        <pc:spChg chg="add">
          <ac:chgData name="Anny Farjana" userId="d76fd714a7561097" providerId="Windows Live" clId="Web-{6F27C455-BCFC-486C-BEA7-93110B360F58}" dt="2026-04-07T00:02:48.173" v="395"/>
          <ac:spMkLst>
            <pc:docMk/>
            <pc:sldMk cId="1083751902" sldId="266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0:02:48.173" v="395"/>
          <ac:spMkLst>
            <pc:docMk/>
            <pc:sldMk cId="1083751902" sldId="266"/>
            <ac:spMk id="10" creationId="{A172EFE5-DDB5-41BC-B3F4-19D747119AEA}"/>
          </ac:spMkLst>
        </pc:spChg>
        <pc:spChg chg="add">
          <ac:chgData name="Anny Farjana" userId="d76fd714a7561097" providerId="Windows Live" clId="Web-{6F27C455-BCFC-486C-BEA7-93110B360F58}" dt="2026-04-07T00:02:48.173" v="395"/>
          <ac:spMkLst>
            <pc:docMk/>
            <pc:sldMk cId="1083751902" sldId="266"/>
            <ac:spMk id="12" creationId="{B77B4CB6-64B7-4C1D-B623-F1EC02FCCBCE}"/>
          </ac:spMkLst>
        </pc:spChg>
      </pc:sldChg>
      <pc:sldChg chg="addSp modSp new mod setBg">
        <pc:chgData name="Anny Farjana" userId="d76fd714a7561097" providerId="Windows Live" clId="Web-{6F27C455-BCFC-486C-BEA7-93110B360F58}" dt="2026-04-07T01:18:47.535" v="565" actId="20577"/>
        <pc:sldMkLst>
          <pc:docMk/>
          <pc:sldMk cId="3100675385" sldId="267"/>
        </pc:sldMkLst>
        <pc:spChg chg="mod">
          <ac:chgData name="Anny Farjana" userId="d76fd714a7561097" providerId="Windows Live" clId="Web-{6F27C455-BCFC-486C-BEA7-93110B360F58}" dt="2026-04-06T22:26:20.089" v="219"/>
          <ac:spMkLst>
            <pc:docMk/>
            <pc:sldMk cId="3100675385" sldId="267"/>
            <ac:spMk id="2" creationId="{0107A346-7268-EBCA-3676-87D5910EEE84}"/>
          </ac:spMkLst>
        </pc:spChg>
        <pc:spChg chg="mod">
          <ac:chgData name="Anny Farjana" userId="d76fd714a7561097" providerId="Windows Live" clId="Web-{6F27C455-BCFC-486C-BEA7-93110B360F58}" dt="2026-04-07T01:18:47.535" v="565" actId="20577"/>
          <ac:spMkLst>
            <pc:docMk/>
            <pc:sldMk cId="3100675385" sldId="267"/>
            <ac:spMk id="3" creationId="{152D37A9-ACD8-782A-3E53-14C9149DA8F6}"/>
          </ac:spMkLst>
        </pc:spChg>
        <pc:spChg chg="add">
          <ac:chgData name="Anny Farjana" userId="d76fd714a7561097" providerId="Windows Live" clId="Web-{6F27C455-BCFC-486C-BEA7-93110B360F58}" dt="2026-04-06T22:26:20.089" v="219"/>
          <ac:spMkLst>
            <pc:docMk/>
            <pc:sldMk cId="3100675385" sldId="267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2:26:20.089" v="219"/>
          <ac:spMkLst>
            <pc:docMk/>
            <pc:sldMk cId="3100675385" sldId="267"/>
            <ac:spMk id="10" creationId="{A172EFE5-DDB5-41BC-B3F4-19D747119AEA}"/>
          </ac:spMkLst>
        </pc:spChg>
        <pc:spChg chg="add">
          <ac:chgData name="Anny Farjana" userId="d76fd714a7561097" providerId="Windows Live" clId="Web-{6F27C455-BCFC-486C-BEA7-93110B360F58}" dt="2026-04-06T22:26:20.089" v="219"/>
          <ac:spMkLst>
            <pc:docMk/>
            <pc:sldMk cId="3100675385" sldId="267"/>
            <ac:spMk id="12" creationId="{B77B4CB6-64B7-4C1D-B623-F1EC02FCCBCE}"/>
          </ac:spMkLst>
        </pc:spChg>
      </pc:sldChg>
      <pc:sldChg chg="addSp delSp modSp new mod setBg">
        <pc:chgData name="Anny Farjana" userId="d76fd714a7561097" providerId="Windows Live" clId="Web-{6F27C455-BCFC-486C-BEA7-93110B360F58}" dt="2026-04-07T00:03:15.876" v="397"/>
        <pc:sldMkLst>
          <pc:docMk/>
          <pc:sldMk cId="126867960" sldId="268"/>
        </pc:sldMkLst>
        <pc:spChg chg="mod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2" creationId="{B0621915-3315-1A34-1EE1-74C12CD3DFE9}"/>
          </ac:spMkLst>
        </pc:spChg>
        <pc:spChg chg="mod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3" creationId="{DCE2E30F-F832-FC1D-804B-6DC96DC1E6B1}"/>
          </ac:spMkLst>
        </pc:spChg>
        <pc:spChg chg="add del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8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10" creationId="{0CF52A5B-5810-4130-A3DB-FD2582D053FB}"/>
          </ac:spMkLst>
        </pc:spChg>
        <pc:spChg chg="add del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12" creationId="{B77B4CB6-64B7-4C1D-B623-F1EC02FCCBCE}"/>
          </ac:spMkLst>
        </pc:spChg>
        <pc:spChg chg="add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17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19" creationId="{A172EFE5-DDB5-41BC-B3F4-19D747119AEA}"/>
          </ac:spMkLst>
        </pc:spChg>
        <pc:spChg chg="add">
          <ac:chgData name="Anny Farjana" userId="d76fd714a7561097" providerId="Windows Live" clId="Web-{6F27C455-BCFC-486C-BEA7-93110B360F58}" dt="2026-04-07T00:03:15.876" v="397"/>
          <ac:spMkLst>
            <pc:docMk/>
            <pc:sldMk cId="126867960" sldId="268"/>
            <ac:spMk id="21" creationId="{B77B4CB6-64B7-4C1D-B623-F1EC02FCCBCE}"/>
          </ac:spMkLst>
        </pc:spChg>
      </pc:sldChg>
      <pc:sldChg chg="addSp delSp modSp new del mod setBg">
        <pc:chgData name="Anny Farjana" userId="d76fd714a7561097" providerId="Windows Live" clId="Web-{6F27C455-BCFC-486C-BEA7-93110B360F58}" dt="2026-04-06T22:33:28.870" v="247"/>
        <pc:sldMkLst>
          <pc:docMk/>
          <pc:sldMk cId="2127698417" sldId="269"/>
        </pc:sldMkLst>
        <pc:spChg chg="mod">
          <ac:chgData name="Anny Farjana" userId="d76fd714a7561097" providerId="Windows Live" clId="Web-{6F27C455-BCFC-486C-BEA7-93110B360F58}" dt="2026-04-06T22:32:40.996" v="241"/>
          <ac:spMkLst>
            <pc:docMk/>
            <pc:sldMk cId="2127698417" sldId="269"/>
            <ac:spMk id="2" creationId="{FDA7C6F4-CA97-CC2A-8335-6363FF3D0DB0}"/>
          </ac:spMkLst>
        </pc:spChg>
        <pc:spChg chg="del">
          <ac:chgData name="Anny Farjana" userId="d76fd714a7561097" providerId="Windows Live" clId="Web-{6F27C455-BCFC-486C-BEA7-93110B360F58}" dt="2026-04-06T22:32:05.058" v="238"/>
          <ac:spMkLst>
            <pc:docMk/>
            <pc:sldMk cId="2127698417" sldId="269"/>
            <ac:spMk id="3" creationId="{C294D1EB-44FE-5048-D105-4B907793210E}"/>
          </ac:spMkLst>
        </pc:spChg>
        <pc:spChg chg="add">
          <ac:chgData name="Anny Farjana" userId="d76fd714a7561097" providerId="Windows Live" clId="Web-{6F27C455-BCFC-486C-BEA7-93110B360F58}" dt="2026-04-06T22:32:40.996" v="241"/>
          <ac:spMkLst>
            <pc:docMk/>
            <pc:sldMk cId="2127698417" sldId="269"/>
            <ac:spMk id="7" creationId="{042E603F-28B7-4831-BF23-65FBAB13D5FB}"/>
          </ac:spMkLst>
        </pc:spChg>
        <pc:spChg chg="add">
          <ac:chgData name="Anny Farjana" userId="d76fd714a7561097" providerId="Windows Live" clId="Web-{6F27C455-BCFC-486C-BEA7-93110B360F58}" dt="2026-04-06T22:32:40.996" v="241"/>
          <ac:spMkLst>
            <pc:docMk/>
            <pc:sldMk cId="2127698417" sldId="269"/>
            <ac:spMk id="9" creationId="{4D39700F-2B10-4402-A7DD-06EE2245880D}"/>
          </ac:spMkLst>
        </pc:spChg>
        <pc:spChg chg="add">
          <ac:chgData name="Anny Farjana" userId="d76fd714a7561097" providerId="Windows Live" clId="Web-{6F27C455-BCFC-486C-BEA7-93110B360F58}" dt="2026-04-06T22:32:40.996" v="241"/>
          <ac:spMkLst>
            <pc:docMk/>
            <pc:sldMk cId="2127698417" sldId="269"/>
            <ac:spMk id="11" creationId="{6DA65B90-7B06-4499-91BA-CDDD36132481}"/>
          </ac:spMkLst>
        </pc:spChg>
        <pc:spChg chg="add">
          <ac:chgData name="Anny Farjana" userId="d76fd714a7561097" providerId="Windows Live" clId="Web-{6F27C455-BCFC-486C-BEA7-93110B360F58}" dt="2026-04-06T22:32:40.996" v="241"/>
          <ac:spMkLst>
            <pc:docMk/>
            <pc:sldMk cId="2127698417" sldId="269"/>
            <ac:spMk id="13" creationId="{3FEB57C9-BD5E-4F2F-8A5A-C17D4B5F25AA}"/>
          </ac:spMkLst>
        </pc:spChg>
        <pc:spChg chg="add">
          <ac:chgData name="Anny Farjana" userId="d76fd714a7561097" providerId="Windows Live" clId="Web-{6F27C455-BCFC-486C-BEA7-93110B360F58}" dt="2026-04-06T22:32:40.996" v="241"/>
          <ac:spMkLst>
            <pc:docMk/>
            <pc:sldMk cId="2127698417" sldId="269"/>
            <ac:spMk id="15" creationId="{4FA601AB-386B-4C7C-8D4A-4B37D25A0DE0}"/>
          </ac:spMkLst>
        </pc:spChg>
      </pc:sldChg>
      <pc:sldChg chg="addSp delSp modSp new mod setBg">
        <pc:chgData name="Anny Farjana" userId="d76fd714a7561097" providerId="Windows Live" clId="Web-{6F27C455-BCFC-486C-BEA7-93110B360F58}" dt="2026-04-06T22:34:11.355" v="251" actId="20577"/>
        <pc:sldMkLst>
          <pc:docMk/>
          <pc:sldMk cId="436074406" sldId="270"/>
        </pc:sldMkLst>
        <pc:spChg chg="del mod">
          <ac:chgData name="Anny Farjana" userId="d76fd714a7561097" providerId="Windows Live" clId="Web-{6F27C455-BCFC-486C-BEA7-93110B360F58}" dt="2026-04-06T22:33:40.855" v="248"/>
          <ac:spMkLst>
            <pc:docMk/>
            <pc:sldMk cId="436074406" sldId="270"/>
            <ac:spMk id="2" creationId="{E043D785-EA40-C64D-3D69-67B0105B5B18}"/>
          </ac:spMkLst>
        </pc:spChg>
        <pc:spChg chg="mod">
          <ac:chgData name="Anny Farjana" userId="d76fd714a7561097" providerId="Windows Live" clId="Web-{6F27C455-BCFC-486C-BEA7-93110B360F58}" dt="2026-04-06T22:34:11.355" v="251" actId="20577"/>
          <ac:spMkLst>
            <pc:docMk/>
            <pc:sldMk cId="436074406" sldId="270"/>
            <ac:spMk id="3" creationId="{4A80A44F-329C-2D41-86CC-C8D81807374A}"/>
          </ac:spMkLst>
        </pc:spChg>
        <pc:spChg chg="add del">
          <ac:chgData name="Anny Farjana" userId="d76fd714a7561097" providerId="Windows Live" clId="Web-{6F27C455-BCFC-486C-BEA7-93110B360F58}" dt="2026-04-06T22:34:01.370" v="249"/>
          <ac:spMkLst>
            <pc:docMk/>
            <pc:sldMk cId="436074406" sldId="270"/>
            <ac:spMk id="8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6T22:34:01.370" v="249"/>
          <ac:spMkLst>
            <pc:docMk/>
            <pc:sldMk cId="436074406" sldId="270"/>
            <ac:spMk id="10" creationId="{0CF52A5B-5810-4130-A3DB-FD2582D053FB}"/>
          </ac:spMkLst>
        </pc:spChg>
        <pc:spChg chg="add del">
          <ac:chgData name="Anny Farjana" userId="d76fd714a7561097" providerId="Windows Live" clId="Web-{6F27C455-BCFC-486C-BEA7-93110B360F58}" dt="2026-04-06T22:34:01.370" v="249"/>
          <ac:spMkLst>
            <pc:docMk/>
            <pc:sldMk cId="436074406" sldId="270"/>
            <ac:spMk id="12" creationId="{B77B4CB6-64B7-4C1D-B623-F1EC02FCCBCE}"/>
          </ac:spMkLst>
        </pc:spChg>
        <pc:spChg chg="add">
          <ac:chgData name="Anny Farjana" userId="d76fd714a7561097" providerId="Windows Live" clId="Web-{6F27C455-BCFC-486C-BEA7-93110B360F58}" dt="2026-04-06T22:34:01.370" v="249"/>
          <ac:spMkLst>
            <pc:docMk/>
            <pc:sldMk cId="436074406" sldId="270"/>
            <ac:spMk id="17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2:34:01.370" v="249"/>
          <ac:spMkLst>
            <pc:docMk/>
            <pc:sldMk cId="436074406" sldId="270"/>
            <ac:spMk id="19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6T22:34:01.370" v="249"/>
          <ac:spMkLst>
            <pc:docMk/>
            <pc:sldMk cId="436074406" sldId="270"/>
            <ac:spMk id="21" creationId="{B77B4CB6-64B7-4C1D-B623-F1EC02FCCBCE}"/>
          </ac:spMkLst>
        </pc:spChg>
      </pc:sldChg>
      <pc:sldChg chg="addSp modSp new mod setBg">
        <pc:chgData name="Anny Farjana" userId="d76fd714a7561097" providerId="Windows Live" clId="Web-{6F27C455-BCFC-486C-BEA7-93110B360F58}" dt="2026-04-06T23:57:26.385" v="384" actId="20577"/>
        <pc:sldMkLst>
          <pc:docMk/>
          <pc:sldMk cId="1539645958" sldId="271"/>
        </pc:sldMkLst>
        <pc:spChg chg="mod">
          <ac:chgData name="Anny Farjana" userId="d76fd714a7561097" providerId="Windows Live" clId="Web-{6F27C455-BCFC-486C-BEA7-93110B360F58}" dt="2026-04-06T22:44:38.339" v="329"/>
          <ac:spMkLst>
            <pc:docMk/>
            <pc:sldMk cId="1539645958" sldId="271"/>
            <ac:spMk id="2" creationId="{43CE4CE7-8E5D-78AC-C72B-5A33F2C8785A}"/>
          </ac:spMkLst>
        </pc:spChg>
        <pc:spChg chg="mod">
          <ac:chgData name="Anny Farjana" userId="d76fd714a7561097" providerId="Windows Live" clId="Web-{6F27C455-BCFC-486C-BEA7-93110B360F58}" dt="2026-04-06T23:57:26.385" v="384" actId="20577"/>
          <ac:spMkLst>
            <pc:docMk/>
            <pc:sldMk cId="1539645958" sldId="271"/>
            <ac:spMk id="3" creationId="{190AFEB2-BDBB-95F7-E513-28272C816B64}"/>
          </ac:spMkLst>
        </pc:spChg>
        <pc:spChg chg="add">
          <ac:chgData name="Anny Farjana" userId="d76fd714a7561097" providerId="Windows Live" clId="Web-{6F27C455-BCFC-486C-BEA7-93110B360F58}" dt="2026-04-06T22:44:38.339" v="329"/>
          <ac:spMkLst>
            <pc:docMk/>
            <pc:sldMk cId="1539645958" sldId="271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2:44:38.339" v="329"/>
          <ac:spMkLst>
            <pc:docMk/>
            <pc:sldMk cId="1539645958" sldId="271"/>
            <ac:spMk id="10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6T22:44:38.339" v="329"/>
          <ac:spMkLst>
            <pc:docMk/>
            <pc:sldMk cId="1539645958" sldId="271"/>
            <ac:spMk id="12" creationId="{B8FE145C-BED6-4533-8211-7AC773F7A26A}"/>
          </ac:spMkLst>
        </pc:spChg>
      </pc:sldChg>
      <pc:sldChg chg="addSp delSp modSp new mod setBg">
        <pc:chgData name="Anny Farjana" userId="d76fd714a7561097" providerId="Windows Live" clId="Web-{6F27C455-BCFC-486C-BEA7-93110B360F58}" dt="2026-04-06T23:54:22.697" v="379" actId="1076"/>
        <pc:sldMkLst>
          <pc:docMk/>
          <pc:sldMk cId="2194729603" sldId="272"/>
        </pc:sldMkLst>
        <pc:spChg chg="mod">
          <ac:chgData name="Anny Farjana" userId="d76fd714a7561097" providerId="Windows Live" clId="Web-{6F27C455-BCFC-486C-BEA7-93110B360F58}" dt="2026-04-06T23:54:22.697" v="379" actId="1076"/>
          <ac:spMkLst>
            <pc:docMk/>
            <pc:sldMk cId="2194729603" sldId="272"/>
            <ac:spMk id="2" creationId="{25FCB7E8-36F8-600C-7E88-CDA8C968FCA7}"/>
          </ac:spMkLst>
        </pc:spChg>
        <pc:spChg chg="add del mod">
          <ac:chgData name="Anny Farjana" userId="d76fd714a7561097" providerId="Windows Live" clId="Web-{6F27C455-BCFC-486C-BEA7-93110B360F58}" dt="2026-04-06T23:53:52.072" v="373"/>
          <ac:spMkLst>
            <pc:docMk/>
            <pc:sldMk cId="2194729603" sldId="272"/>
            <ac:spMk id="3" creationId="{19094217-B454-5E8E-C7C5-37A266DD31C3}"/>
          </ac:spMkLst>
        </pc:spChg>
        <pc:spChg chg="add">
          <ac:chgData name="Anny Farjana" userId="d76fd714a7561097" providerId="Windows Live" clId="Web-{6F27C455-BCFC-486C-BEA7-93110B360F58}" dt="2026-04-06T23:53:42.353" v="372"/>
          <ac:spMkLst>
            <pc:docMk/>
            <pc:sldMk cId="2194729603" sldId="272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6T23:53:42.353" v="372"/>
          <ac:spMkLst>
            <pc:docMk/>
            <pc:sldMk cId="2194729603" sldId="272"/>
            <ac:spMk id="10" creationId="{A172EFE5-DDB5-41BC-B3F4-19D747119AEA}"/>
          </ac:spMkLst>
        </pc:spChg>
        <pc:spChg chg="add">
          <ac:chgData name="Anny Farjana" userId="d76fd714a7561097" providerId="Windows Live" clId="Web-{6F27C455-BCFC-486C-BEA7-93110B360F58}" dt="2026-04-06T23:53:42.353" v="372"/>
          <ac:spMkLst>
            <pc:docMk/>
            <pc:sldMk cId="2194729603" sldId="272"/>
            <ac:spMk id="12" creationId="{B77B4CB6-64B7-4C1D-B623-F1EC02FCCBCE}"/>
          </ac:spMkLst>
        </pc:spChg>
      </pc:sldChg>
      <pc:sldChg chg="addSp delSp modSp new mod setBg">
        <pc:chgData name="Anny Farjana" userId="d76fd714a7561097" providerId="Windows Live" clId="Web-{6F27C455-BCFC-486C-BEA7-93110B360F58}" dt="2026-04-07T00:21:39.599" v="434" actId="14100"/>
        <pc:sldMkLst>
          <pc:docMk/>
          <pc:sldMk cId="2574523804" sldId="273"/>
        </pc:sldMkLst>
        <pc:spChg chg="mod">
          <ac:chgData name="Anny Farjana" userId="d76fd714a7561097" providerId="Windows Live" clId="Web-{6F27C455-BCFC-486C-BEA7-93110B360F58}" dt="2026-04-07T00:21:29.333" v="432"/>
          <ac:spMkLst>
            <pc:docMk/>
            <pc:sldMk cId="2574523804" sldId="273"/>
            <ac:spMk id="2" creationId="{FE6C00D6-DADB-0666-924E-55C231E36D1A}"/>
          </ac:spMkLst>
        </pc:spChg>
        <pc:spChg chg="del mod">
          <ac:chgData name="Anny Farjana" userId="d76fd714a7561097" providerId="Windows Live" clId="Web-{6F27C455-BCFC-486C-BEA7-93110B360F58}" dt="2026-04-07T00:19:15.405" v="424"/>
          <ac:spMkLst>
            <pc:docMk/>
            <pc:sldMk cId="2574523804" sldId="273"/>
            <ac:spMk id="3" creationId="{818088F7-0D7B-CD6A-D0D0-389EC2D08A7D}"/>
          </ac:spMkLst>
        </pc:spChg>
        <pc:spChg chg="add">
          <ac:chgData name="Anny Farjana" userId="d76fd714a7561097" providerId="Windows Live" clId="Web-{6F27C455-BCFC-486C-BEA7-93110B360F58}" dt="2026-04-07T00:21:29.333" v="432"/>
          <ac:spMkLst>
            <pc:docMk/>
            <pc:sldMk cId="2574523804" sldId="273"/>
            <ac:spMk id="10" creationId="{042E603F-28B7-4831-BF23-65FBAB13D5FB}"/>
          </ac:spMkLst>
        </pc:spChg>
        <pc:spChg chg="add">
          <ac:chgData name="Anny Farjana" userId="d76fd714a7561097" providerId="Windows Live" clId="Web-{6F27C455-BCFC-486C-BEA7-93110B360F58}" dt="2026-04-07T00:21:29.333" v="432"/>
          <ac:spMkLst>
            <pc:docMk/>
            <pc:sldMk cId="2574523804" sldId="273"/>
            <ac:spMk id="12" creationId="{4D39700F-2B10-4402-A7DD-06EE2245880D}"/>
          </ac:spMkLst>
        </pc:spChg>
        <pc:spChg chg="add">
          <ac:chgData name="Anny Farjana" userId="d76fd714a7561097" providerId="Windows Live" clId="Web-{6F27C455-BCFC-486C-BEA7-93110B360F58}" dt="2026-04-07T00:21:29.333" v="432"/>
          <ac:spMkLst>
            <pc:docMk/>
            <pc:sldMk cId="2574523804" sldId="273"/>
            <ac:spMk id="14" creationId="{087C4FDF-D217-4821-A221-1C752E3F3090}"/>
          </ac:spMkLst>
        </pc:spChg>
        <pc:spChg chg="add">
          <ac:chgData name="Anny Farjana" userId="d76fd714a7561097" providerId="Windows Live" clId="Web-{6F27C455-BCFC-486C-BEA7-93110B360F58}" dt="2026-04-07T00:21:29.333" v="432"/>
          <ac:spMkLst>
            <pc:docMk/>
            <pc:sldMk cId="2574523804" sldId="273"/>
            <ac:spMk id="16" creationId="{12C75CB5-D62C-410A-9B85-22367B6892AB}"/>
          </ac:spMkLst>
        </pc:spChg>
        <pc:spChg chg="add">
          <ac:chgData name="Anny Farjana" userId="d76fd714a7561097" providerId="Windows Live" clId="Web-{6F27C455-BCFC-486C-BEA7-93110B360F58}" dt="2026-04-07T00:21:29.333" v="432"/>
          <ac:spMkLst>
            <pc:docMk/>
            <pc:sldMk cId="2574523804" sldId="273"/>
            <ac:spMk id="18" creationId="{B23D5574-8E19-4607-A618-0678D0EBDF92}"/>
          </ac:spMkLst>
        </pc:spChg>
        <pc:picChg chg="add mod ord">
          <ac:chgData name="Anny Farjana" userId="d76fd714a7561097" providerId="Windows Live" clId="Web-{6F27C455-BCFC-486C-BEA7-93110B360F58}" dt="2026-04-07T00:21:36.396" v="433" actId="14100"/>
          <ac:picMkLst>
            <pc:docMk/>
            <pc:sldMk cId="2574523804" sldId="273"/>
            <ac:picMk id="4" creationId="{EBFE56A9-6A2E-52B7-4BB0-E199EC89AFCD}"/>
          </ac:picMkLst>
        </pc:picChg>
        <pc:picChg chg="add mod">
          <ac:chgData name="Anny Farjana" userId="d76fd714a7561097" providerId="Windows Live" clId="Web-{6F27C455-BCFC-486C-BEA7-93110B360F58}" dt="2026-04-07T00:21:39.599" v="434" actId="14100"/>
          <ac:picMkLst>
            <pc:docMk/>
            <pc:sldMk cId="2574523804" sldId="273"/>
            <ac:picMk id="5" creationId="{2FB2E270-86A5-5FB7-9435-1EA3E9146426}"/>
          </ac:picMkLst>
        </pc:picChg>
      </pc:sldChg>
      <pc:sldChg chg="addSp delSp modSp new mod setBg">
        <pc:chgData name="Anny Farjana" userId="d76fd714a7561097" providerId="Windows Live" clId="Web-{6F27C455-BCFC-486C-BEA7-93110B360F58}" dt="2026-04-07T01:15:22.299" v="542" actId="20577"/>
        <pc:sldMkLst>
          <pc:docMk/>
          <pc:sldMk cId="2345454092" sldId="274"/>
        </pc:sldMkLst>
        <pc:spChg chg="mod">
          <ac:chgData name="Anny Farjana" userId="d76fd714a7561097" providerId="Windows Live" clId="Web-{6F27C455-BCFC-486C-BEA7-93110B360F58}" dt="2026-04-07T00:21:06.786" v="431"/>
          <ac:spMkLst>
            <pc:docMk/>
            <pc:sldMk cId="2345454092" sldId="274"/>
            <ac:spMk id="2" creationId="{E12094C9-BAE4-4CA3-C5B6-D5B7578E8AA5}"/>
          </ac:spMkLst>
        </pc:spChg>
        <pc:spChg chg="mod">
          <ac:chgData name="Anny Farjana" userId="d76fd714a7561097" providerId="Windows Live" clId="Web-{6F27C455-BCFC-486C-BEA7-93110B360F58}" dt="2026-04-07T01:15:22.299" v="542" actId="20577"/>
          <ac:spMkLst>
            <pc:docMk/>
            <pc:sldMk cId="2345454092" sldId="274"/>
            <ac:spMk id="3" creationId="{F986D98B-1203-6BE6-CA6F-0ADA8DC3FD7A}"/>
          </ac:spMkLst>
        </pc:spChg>
        <pc:spChg chg="add del">
          <ac:chgData name="Anny Farjana" userId="d76fd714a7561097" providerId="Windows Live" clId="Web-{6F27C455-BCFC-486C-BEA7-93110B360F58}" dt="2026-04-07T01:13:53.345" v="532"/>
          <ac:spMkLst>
            <pc:docMk/>
            <pc:sldMk cId="2345454092" sldId="274"/>
            <ac:spMk id="8" creationId="{B937640E-EF7A-4A6C-A950-D12B7D5C923E}"/>
          </ac:spMkLst>
        </pc:spChg>
        <pc:spChg chg="add del">
          <ac:chgData name="Anny Farjana" userId="d76fd714a7561097" providerId="Windows Live" clId="Web-{6F27C455-BCFC-486C-BEA7-93110B360F58}" dt="2026-04-07T01:13:53.345" v="532"/>
          <ac:spMkLst>
            <pc:docMk/>
            <pc:sldMk cId="2345454092" sldId="274"/>
            <ac:spMk id="10" creationId="{0CF52A5B-5810-4130-A3DB-FD2582D053FB}"/>
          </ac:spMkLst>
        </pc:spChg>
        <pc:spChg chg="add del">
          <ac:chgData name="Anny Farjana" userId="d76fd714a7561097" providerId="Windows Live" clId="Web-{6F27C455-BCFC-486C-BEA7-93110B360F58}" dt="2026-04-07T01:13:53.345" v="532"/>
          <ac:spMkLst>
            <pc:docMk/>
            <pc:sldMk cId="2345454092" sldId="274"/>
            <ac:spMk id="12" creationId="{B8FE145C-BED6-4533-8211-7AC773F7A26A}"/>
          </ac:spMkLst>
        </pc:spChg>
        <pc:spChg chg="add">
          <ac:chgData name="Anny Farjana" userId="d76fd714a7561097" providerId="Windows Live" clId="Web-{6F27C455-BCFC-486C-BEA7-93110B360F58}" dt="2026-04-07T01:13:53.345" v="532"/>
          <ac:spMkLst>
            <pc:docMk/>
            <pc:sldMk cId="2345454092" sldId="274"/>
            <ac:spMk id="17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1:13:53.345" v="532"/>
          <ac:spMkLst>
            <pc:docMk/>
            <pc:sldMk cId="2345454092" sldId="274"/>
            <ac:spMk id="19" creationId="{0CF52A5B-5810-4130-A3DB-FD2582D053FB}"/>
          </ac:spMkLst>
        </pc:spChg>
        <pc:spChg chg="add">
          <ac:chgData name="Anny Farjana" userId="d76fd714a7561097" providerId="Windows Live" clId="Web-{6F27C455-BCFC-486C-BEA7-93110B360F58}" dt="2026-04-07T01:13:53.345" v="532"/>
          <ac:spMkLst>
            <pc:docMk/>
            <pc:sldMk cId="2345454092" sldId="274"/>
            <ac:spMk id="21" creationId="{B8FE145C-BED6-4533-8211-7AC773F7A26A}"/>
          </ac:spMkLst>
        </pc:spChg>
      </pc:sldChg>
      <pc:sldChg chg="addSp modSp new mod setBg">
        <pc:chgData name="Anny Farjana" userId="d76fd714a7561097" providerId="Windows Live" clId="Web-{6F27C455-BCFC-486C-BEA7-93110B360F58}" dt="2026-04-07T01:20:42.833" v="573" actId="20577"/>
        <pc:sldMkLst>
          <pc:docMk/>
          <pc:sldMk cId="3519387899" sldId="275"/>
        </pc:sldMkLst>
        <pc:spChg chg="mod">
          <ac:chgData name="Anny Farjana" userId="d76fd714a7561097" providerId="Windows Live" clId="Web-{6F27C455-BCFC-486C-BEA7-93110B360F58}" dt="2026-04-07T01:20:42.833" v="573" actId="20577"/>
          <ac:spMkLst>
            <pc:docMk/>
            <pc:sldMk cId="3519387899" sldId="275"/>
            <ac:spMk id="2" creationId="{ED7215C5-37D5-AAF4-D614-30B3DDC01C93}"/>
          </ac:spMkLst>
        </pc:spChg>
        <pc:spChg chg="mod">
          <ac:chgData name="Anny Farjana" userId="d76fd714a7561097" providerId="Windows Live" clId="Web-{6F27C455-BCFC-486C-BEA7-93110B360F58}" dt="2026-04-07T01:20:41.161" v="571" actId="20577"/>
          <ac:spMkLst>
            <pc:docMk/>
            <pc:sldMk cId="3519387899" sldId="275"/>
            <ac:spMk id="3" creationId="{EE9DC5F6-A7E0-3D77-1D7D-5C7E80E4F1FC}"/>
          </ac:spMkLst>
        </pc:spChg>
        <pc:spChg chg="add">
          <ac:chgData name="Anny Farjana" userId="d76fd714a7561097" providerId="Windows Live" clId="Web-{6F27C455-BCFC-486C-BEA7-93110B360F58}" dt="2026-04-07T01:20:20.005" v="567"/>
          <ac:spMkLst>
            <pc:docMk/>
            <pc:sldMk cId="3519387899" sldId="275"/>
            <ac:spMk id="8" creationId="{B937640E-EF7A-4A6C-A950-D12B7D5C923E}"/>
          </ac:spMkLst>
        </pc:spChg>
        <pc:spChg chg="add">
          <ac:chgData name="Anny Farjana" userId="d76fd714a7561097" providerId="Windows Live" clId="Web-{6F27C455-BCFC-486C-BEA7-93110B360F58}" dt="2026-04-07T01:20:20.005" v="567"/>
          <ac:spMkLst>
            <pc:docMk/>
            <pc:sldMk cId="3519387899" sldId="275"/>
            <ac:spMk id="10" creationId="{A172EFE5-DDB5-41BC-B3F4-19D747119AEA}"/>
          </ac:spMkLst>
        </pc:spChg>
        <pc:spChg chg="add">
          <ac:chgData name="Anny Farjana" userId="d76fd714a7561097" providerId="Windows Live" clId="Web-{6F27C455-BCFC-486C-BEA7-93110B360F58}" dt="2026-04-07T01:20:20.005" v="567"/>
          <ac:spMkLst>
            <pc:docMk/>
            <pc:sldMk cId="3519387899" sldId="275"/>
            <ac:spMk id="12" creationId="{B77B4CB6-64B7-4C1D-B623-F1EC02FCCBCE}"/>
          </ac:spMkLst>
        </pc:spChg>
      </pc:sldChg>
      <pc:sldMasterChg chg="del delSldLayout">
        <pc:chgData name="Anny Farjana" userId="d76fd714a7561097" providerId="Windows Live" clId="Web-{6F27C455-BCFC-486C-BEA7-93110B360F58}" dt="2026-04-06T21:33:43.285" v="13"/>
        <pc:sldMasterMkLst>
          <pc:docMk/>
          <pc:sldMasterMk cId="2460954070" sldId="2147483660"/>
        </pc:sldMasterMkLst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nny Farjana" userId="d76fd714a7561097" providerId="Windows Live" clId="Web-{6F27C455-BCFC-486C-BEA7-93110B360F58}" dt="2026-04-06T21:33:43.285" v="1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Anny Farjana" userId="d76fd714a7561097" providerId="Windows Live" clId="Web-{6F27C455-BCFC-486C-BEA7-93110B360F58}" dt="2026-04-06T21:36:43.988" v="14"/>
        <pc:sldMasterMkLst>
          <pc:docMk/>
          <pc:sldMasterMk cId="2656140716" sldId="2147483698"/>
        </pc:sldMasterMkLst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1795479365" sldId="2147483687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964828531" sldId="2147483688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837397369" sldId="2147483689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1658928409" sldId="2147483690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2979277587" sldId="2147483691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1573771131" sldId="2147483692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634032369" sldId="2147483693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2766849484" sldId="2147483694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600070626" sldId="2147483695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409082537" sldId="2147483696"/>
          </pc:sldLayoutMkLst>
        </pc:sldLayoutChg>
        <pc:sldLayoutChg chg="add del">
          <pc:chgData name="Anny Farjana" userId="d76fd714a7561097" providerId="Windows Live" clId="Web-{6F27C455-BCFC-486C-BEA7-93110B360F58}" dt="2026-04-06T21:36:43.988" v="14"/>
          <pc:sldLayoutMkLst>
            <pc:docMk/>
            <pc:sldMasterMk cId="2656140716" sldId="2147483698"/>
            <pc:sldLayoutMk cId="2297723211" sldId="2147483697"/>
          </pc:sldLayoutMkLst>
        </pc:sldLayoutChg>
      </pc:sldMasterChg>
      <pc:sldMasterChg chg="add del addSldLayout delSldLayout">
        <pc:chgData name="Anny Farjana" userId="d76fd714a7561097" providerId="Windows Live" clId="Web-{6F27C455-BCFC-486C-BEA7-93110B360F58}" dt="2026-04-06T21:39:38.431" v="30"/>
        <pc:sldMasterMkLst>
          <pc:docMk/>
          <pc:sldMasterMk cId="619102484" sldId="2147483790"/>
        </pc:sldMasterMkLst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1223052785" sldId="2147483779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92761498" sldId="2147483780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957515807" sldId="2147483781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3795623057" sldId="2147483782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3383843631" sldId="2147483783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1865942059" sldId="2147483784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4202769551" sldId="2147483785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2083483653" sldId="2147483786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1905493999" sldId="2147483787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1244800191" sldId="2147483788"/>
          </pc:sldLayoutMkLst>
        </pc:sldLayoutChg>
        <pc:sldLayoutChg chg="add del">
          <pc:chgData name="Anny Farjana" userId="d76fd714a7561097" providerId="Windows Live" clId="Web-{6F27C455-BCFC-486C-BEA7-93110B360F58}" dt="2026-04-06T21:39:38.431" v="30"/>
          <pc:sldLayoutMkLst>
            <pc:docMk/>
            <pc:sldMasterMk cId="619102484" sldId="2147483790"/>
            <pc:sldLayoutMk cId="3528930874" sldId="2147483789"/>
          </pc:sldLayoutMkLst>
        </pc:sldLayoutChg>
      </pc:sldMasterChg>
      <pc:sldMasterChg chg="add del addSldLayout delSldLayout">
        <pc:chgData name="Anny Farjana" userId="d76fd714a7561097" providerId="Windows Live" clId="Web-{6F27C455-BCFC-486C-BEA7-93110B360F58}" dt="2026-04-06T21:41:21.822" v="45"/>
        <pc:sldMasterMkLst>
          <pc:docMk/>
          <pc:sldMasterMk cId="1451159107" sldId="2147483866"/>
        </pc:sldMasterMkLst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2523689591" sldId="2147483855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934716681" sldId="2147483856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2398880637" sldId="2147483857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2048056162" sldId="2147483858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384808524" sldId="2147483859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3998927573" sldId="2147483860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976535926" sldId="2147483861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1439109518" sldId="2147483862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308027351" sldId="2147483863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2611759242" sldId="2147483864"/>
          </pc:sldLayoutMkLst>
        </pc:sldLayoutChg>
        <pc:sldLayoutChg chg="add del">
          <pc:chgData name="Anny Farjana" userId="d76fd714a7561097" providerId="Windows Live" clId="Web-{6F27C455-BCFC-486C-BEA7-93110B360F58}" dt="2026-04-06T21:41:21.822" v="45"/>
          <pc:sldLayoutMkLst>
            <pc:docMk/>
            <pc:sldMasterMk cId="1451159107" sldId="2147483866"/>
            <pc:sldLayoutMk cId="2312901905" sldId="2147483865"/>
          </pc:sldLayoutMkLst>
        </pc:sldLayoutChg>
      </pc:sldMasterChg>
      <pc:sldMasterChg chg="add del addSldLayout delSldLayout">
        <pc:chgData name="Anny Farjana" userId="d76fd714a7561097" providerId="Windows Live" clId="Web-{6F27C455-BCFC-486C-BEA7-93110B360F58}" dt="2026-04-06T21:39:38.337" v="29"/>
        <pc:sldMasterMkLst>
          <pc:docMk/>
          <pc:sldMasterMk cId="202178466" sldId="2147483892"/>
        </pc:sldMasterMkLst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589777408" sldId="2147483881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757628106" sldId="2147483882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699249322" sldId="2147483883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3441034075" sldId="2147483884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1492732944" sldId="2147483885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954027769" sldId="2147483886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2143238115" sldId="2147483887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3064325518" sldId="2147483888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516157587" sldId="2147483889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2043980613" sldId="2147483890"/>
          </pc:sldLayoutMkLst>
        </pc:sldLayoutChg>
        <pc:sldLayoutChg chg="add del">
          <pc:chgData name="Anny Farjana" userId="d76fd714a7561097" providerId="Windows Live" clId="Web-{6F27C455-BCFC-486C-BEA7-93110B360F58}" dt="2026-04-06T21:39:38.337" v="29"/>
          <pc:sldLayoutMkLst>
            <pc:docMk/>
            <pc:sldMasterMk cId="202178466" sldId="2147483892"/>
            <pc:sldLayoutMk cId="2895100365" sldId="2147483891"/>
          </pc:sldLayoutMkLst>
        </pc:sldLayoutChg>
      </pc:sldMasterChg>
      <pc:sldMasterChg chg="add addSldLayout">
        <pc:chgData name="Anny Farjana" userId="d76fd714a7561097" providerId="Windows Live" clId="Web-{6F27C455-BCFC-486C-BEA7-93110B360F58}" dt="2026-04-06T21:41:21.822" v="45"/>
        <pc:sldMasterMkLst>
          <pc:docMk/>
          <pc:sldMasterMk cId="3145206529" sldId="2147483942"/>
        </pc:sldMasterMkLst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3451738778" sldId="2147483931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547953984" sldId="2147483932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1246015441" sldId="2147483933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2158989756" sldId="2147483934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1956587891" sldId="2147483935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2299917145" sldId="2147483936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145418232" sldId="2147483937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2869419310" sldId="2147483938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585363944" sldId="2147483939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377124732" sldId="2147483940"/>
          </pc:sldLayoutMkLst>
        </pc:sldLayoutChg>
        <pc:sldLayoutChg chg="add">
          <pc:chgData name="Anny Farjana" userId="d76fd714a7561097" providerId="Windows Live" clId="Web-{6F27C455-BCFC-486C-BEA7-93110B360F58}" dt="2026-04-06T21:41:21.822" v="45"/>
          <pc:sldLayoutMkLst>
            <pc:docMk/>
            <pc:sldMasterMk cId="3145206529" sldId="2147483942"/>
            <pc:sldLayoutMk cId="2837042039" sldId="214748394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1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6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4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8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3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3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1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8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1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0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35" r:id="rId6"/>
    <p:sldLayoutId id="2147483931" r:id="rId7"/>
    <p:sldLayoutId id="2147483932" r:id="rId8"/>
    <p:sldLayoutId id="2147483933" r:id="rId9"/>
    <p:sldLayoutId id="2147483934" r:id="rId10"/>
    <p:sldLayoutId id="214748393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34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5" name="Freeform: Shape 34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4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172EFE5-DDB5-41BC-B3F4-19D747119A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Freeform: Shape 350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57784"/>
            <a:ext cx="4400550" cy="3414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vs. Cost Efficiency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Kubernetes-Based Microservice Autoscaling</a:t>
            </a:r>
          </a:p>
          <a:p>
            <a:pPr>
              <a:lnSpc>
                <a:spcPct val="90000"/>
              </a:lnSpc>
            </a:pP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</a:pP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7850" y="557784"/>
            <a:ext cx="5924550" cy="34141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Afiya Farjana  ·  Jannatul Ferdous  ·  </a:t>
            </a:r>
            <a:r>
              <a:rPr lang="en-US" b="1"/>
              <a:t>Rumnaz</a:t>
            </a:r>
            <a:r>
              <a:rPr lang="en-US" b="1" dirty="0"/>
              <a:t> Khan</a:t>
            </a:r>
          </a:p>
          <a:p>
            <a:endParaRPr lang="en-US" b="1"/>
          </a:p>
          <a:p>
            <a:pPr marL="285750"/>
            <a:r>
              <a:rPr lang="en-US" cap="all" dirty="0"/>
              <a:t>COMP 6910  ·  </a:t>
            </a:r>
            <a:r>
              <a:rPr lang="en-US" cap="all"/>
              <a:t>CloudComputing</a:t>
            </a:r>
            <a:endParaRPr lang="en-US"/>
          </a:p>
          <a:p>
            <a:pPr marL="285750"/>
            <a:r>
              <a:rPr lang="en-US" cap="all" dirty="0"/>
              <a:t>Supervisor: Dr. </a:t>
            </a:r>
            <a:r>
              <a:rPr lang="en-US" cap="all"/>
              <a:t>Kaiyang</a:t>
            </a:r>
            <a:r>
              <a:rPr lang="en-US" cap="all" dirty="0"/>
              <a:t> Liu  </a:t>
            </a:r>
            <a:endParaRPr lang="en-US" dirty="0"/>
          </a:p>
          <a:p>
            <a:pPr marL="285750"/>
            <a:r>
              <a:rPr lang="en-US" cap="all"/>
              <a:t>Memorial University of Newfoundland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E6FBB-A4AC-D1B6-AA4B-D03A1556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029325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9D071-CCA7-FF5B-3D0F-B723DB28C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6029325" cy="4036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ea typeface="+mn-lt"/>
                <a:cs typeface="+mn-lt"/>
              </a:rPr>
              <a:t>Kubernetes autoscaling is widely used in production systems,</a:t>
            </a:r>
            <a:r>
              <a:rPr lang="en-US" sz="1600" dirty="0">
                <a:ea typeface="+mn-lt"/>
                <a:cs typeface="+mn-lt"/>
              </a:rPr>
              <a:t/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 but selecting the right scaling threshold is still unclear.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1600">
                <a:ea typeface="+mn-lt"/>
                <a:cs typeface="+mn-lt"/>
              </a:rPr>
              <a:t>Most systems rely on default configurations without understanding: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How scaling aggressiveness affects latency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How delayed scaling </a:t>
            </a:r>
            <a:r>
              <a:rPr lang="en-US" sz="1600" err="1">
                <a:ea typeface="+mn-lt"/>
                <a:cs typeface="+mn-lt"/>
              </a:rPr>
              <a:t>impacts</a:t>
            </a:r>
            <a:r>
              <a:rPr lang="en-US" sz="1600">
                <a:ea typeface="+mn-lt"/>
                <a:cs typeface="+mn-lt"/>
              </a:rPr>
              <a:t> reliability under load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How resource usage translates into cost 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1600">
                <a:ea typeface="+mn-lt"/>
                <a:cs typeface="+mn-lt"/>
              </a:rPr>
              <a:t>As a result, systems often become either:</a:t>
            </a:r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 b="1">
                <a:ea typeface="+mn-lt"/>
                <a:cs typeface="+mn-lt"/>
              </a:rPr>
              <a:t>Over-provisioned → unnecessary cost</a:t>
            </a:r>
            <a:r>
              <a:rPr lang="en-US" sz="1600">
                <a:ea typeface="+mn-lt"/>
                <a:cs typeface="+mn-lt"/>
              </a:rPr>
              <a:t>, or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 b="1">
                <a:ea typeface="+mn-lt"/>
                <a:cs typeface="+mn-lt"/>
              </a:rPr>
              <a:t>Under-provisioned → performance degradation and failures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1600"/>
          </a:p>
          <a:p>
            <a:pPr>
              <a:lnSpc>
                <a:spcPct val="10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15118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4B812-DBA7-D48C-7E7A-18355682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029325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Research Objective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C2F9-04DD-62FB-BB55-8B6190FE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6029325" cy="40365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>
                <a:ea typeface="+mn-lt"/>
                <a:cs typeface="+mn-lt"/>
              </a:rPr>
              <a:t>This study aims to understand how autoscaling decisions affect system behavior.</a:t>
            </a:r>
            <a:endParaRPr lang="en-US"/>
          </a:p>
          <a:p>
            <a:r>
              <a:rPr lang="en-US" sz="1300">
                <a:ea typeface="+mn-lt"/>
                <a:cs typeface="+mn-lt"/>
              </a:rPr>
              <a:t>We focus on:</a:t>
            </a:r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300" dirty="0">
                <a:ea typeface="+mn-lt"/>
                <a:cs typeface="+mn-lt"/>
              </a:rPr>
              <a:t>Comparing </a:t>
            </a:r>
            <a:r>
              <a:rPr lang="en-US" sz="1300" b="1" dirty="0">
                <a:ea typeface="+mn-lt"/>
                <a:cs typeface="+mn-lt"/>
              </a:rPr>
              <a:t>local (</a:t>
            </a:r>
            <a:r>
              <a:rPr lang="en-US" sz="1300" b="1" dirty="0" err="1">
                <a:ea typeface="+mn-lt"/>
                <a:cs typeface="+mn-lt"/>
              </a:rPr>
              <a:t>Minikube</a:t>
            </a:r>
            <a:r>
              <a:rPr lang="en-US" sz="1300" b="1" dirty="0">
                <a:ea typeface="+mn-lt"/>
                <a:cs typeface="+mn-lt"/>
              </a:rPr>
              <a:t>)</a:t>
            </a:r>
            <a:r>
              <a:rPr lang="en-US" sz="1300" dirty="0">
                <a:ea typeface="+mn-lt"/>
                <a:cs typeface="+mn-lt"/>
              </a:rPr>
              <a:t> vs </a:t>
            </a:r>
            <a:r>
              <a:rPr lang="en-US" sz="1300" b="1" dirty="0">
                <a:ea typeface="+mn-lt"/>
                <a:cs typeface="+mn-lt"/>
              </a:rPr>
              <a:t>cloud (GKE)</a:t>
            </a:r>
            <a:r>
              <a:rPr lang="en-US" sz="1300" dirty="0">
                <a:ea typeface="+mn-lt"/>
                <a:cs typeface="+mn-lt"/>
              </a:rPr>
              <a:t> environments 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Evaluating three HPA thresholds: </a:t>
            </a:r>
            <a:endParaRPr lang="en-US">
              <a:ea typeface="+mn-lt"/>
              <a:cs typeface="+mn-lt"/>
            </a:endParaRPr>
          </a:p>
          <a:p>
            <a:pPr marL="742950" lvl="2" indent="-285750">
              <a:buFont typeface="Wingdings" panose="020B05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50% (aggressive scaling) </a:t>
            </a:r>
            <a:endParaRPr lang="en-US">
              <a:ea typeface="+mn-lt"/>
              <a:cs typeface="+mn-lt"/>
            </a:endParaRPr>
          </a:p>
          <a:p>
            <a:pPr marL="742950" lvl="2" indent="-285750">
              <a:buFont typeface="Wingdings" panose="020B05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70% (moderate) </a:t>
            </a:r>
            <a:endParaRPr lang="en-US">
              <a:ea typeface="+mn-lt"/>
              <a:cs typeface="+mn-lt"/>
            </a:endParaRPr>
          </a:p>
          <a:p>
            <a:pPr marL="742950" lvl="2" indent="-285750">
              <a:buFont typeface="Wingdings" panose="020B05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85% (conservative) </a:t>
            </a:r>
            <a:endParaRPr lang="en-US">
              <a:ea typeface="+mn-lt"/>
              <a:cs typeface="+mn-lt"/>
            </a:endParaRPr>
          </a:p>
          <a:p>
            <a:pPr marL="514350" lvl="1" indent="-285750">
              <a:buFont typeface="Arial"/>
              <a:buChar char="•"/>
            </a:pPr>
            <a:endParaRPr lang="en-US" sz="1300" dirty="0">
              <a:ea typeface="+mn-lt"/>
              <a:cs typeface="+mn-lt"/>
            </a:endParaRPr>
          </a:p>
          <a:p>
            <a:pPr lvl="1"/>
            <a:r>
              <a:rPr lang="en-US" sz="1300">
                <a:ea typeface="+mn-lt"/>
                <a:cs typeface="+mn-lt"/>
              </a:rPr>
              <a:t>We analyze their impact on:</a:t>
            </a:r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Response time (average &amp; tail latency) </a:t>
            </a:r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Failure rate under load </a:t>
            </a:r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Resource usage and estimated cost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233304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20617-5A38-4FAF-8FE0-B4C6A95F1D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1E23747-C918-4EC5-811F-876AFAD747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32820-BC0E-A530-7DD4-DDEA7D17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5766994" cy="1496355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System Architecture &amp; 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E3138-BDE2-7DAB-172F-14E101A4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7" y="2311105"/>
            <a:ext cx="4769671" cy="34797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50" b="1">
                <a:ea typeface="+mn-lt"/>
                <a:cs typeface="+mn-lt"/>
              </a:rPr>
              <a:t>System Architecture &amp; Tools</a:t>
            </a:r>
            <a:endParaRPr lang="en-US" sz="1050"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050">
                <a:ea typeface="+mn-lt"/>
                <a:cs typeface="+mn-lt"/>
              </a:rPr>
              <a:t>Application: Online Boutique (12 microservices) </a:t>
            </a:r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050">
                <a:ea typeface="+mn-lt"/>
                <a:cs typeface="+mn-lt"/>
              </a:rPr>
              <a:t>Load testing: Locust </a:t>
            </a:r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050">
                <a:ea typeface="+mn-lt"/>
                <a:cs typeface="+mn-lt"/>
              </a:rPr>
              <a:t>Autoscaling: Kubernetes HPA (CPU-based) </a:t>
            </a:r>
            <a:endParaRPr lang="en-US" sz="1050"/>
          </a:p>
          <a:p>
            <a:pPr>
              <a:lnSpc>
                <a:spcPct val="100000"/>
              </a:lnSpc>
            </a:pPr>
            <a:r>
              <a:rPr lang="en-US" sz="1050" b="1">
                <a:ea typeface="+mn-lt"/>
                <a:cs typeface="+mn-lt"/>
              </a:rPr>
              <a:t>Environments:</a:t>
            </a:r>
            <a:endParaRPr lang="en-US" sz="105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050" dirty="0" err="1">
                <a:ea typeface="+mn-lt"/>
                <a:cs typeface="+mn-lt"/>
              </a:rPr>
              <a:t>Minikube</a:t>
            </a:r>
            <a:r>
              <a:rPr lang="en-US" sz="1050" dirty="0">
                <a:ea typeface="+mn-lt"/>
                <a:cs typeface="+mn-lt"/>
              </a:rPr>
              <a:t> (single-node, local) </a:t>
            </a:r>
            <a:endParaRPr lang="en-US" sz="1050" dirty="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050">
                <a:ea typeface="+mn-lt"/>
                <a:cs typeface="+mn-lt"/>
              </a:rPr>
              <a:t>GKE (3-node distributed cluster) </a:t>
            </a:r>
          </a:p>
          <a:p>
            <a:pPr>
              <a:lnSpc>
                <a:spcPct val="100000"/>
              </a:lnSpc>
            </a:pPr>
            <a:r>
              <a:rPr lang="en-US" sz="1050" b="1">
                <a:ea typeface="+mn-lt"/>
                <a:cs typeface="+mn-lt"/>
              </a:rPr>
              <a:t>Tools:</a:t>
            </a:r>
            <a:endParaRPr lang="en-US" sz="105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Docker </a:t>
            </a:r>
            <a:endParaRPr lang="en-US" sz="105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Python (data processing &amp; analysis) </a:t>
            </a:r>
            <a:endParaRPr lang="en-US" sz="105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050" dirty="0">
                <a:ea typeface="+mn-lt"/>
                <a:cs typeface="+mn-lt"/>
              </a:rPr>
              <a:t>Google </a:t>
            </a:r>
            <a:r>
              <a:rPr lang="en-US" sz="1050" dirty="0" err="1">
                <a:ea typeface="+mn-lt"/>
                <a:cs typeface="+mn-lt"/>
              </a:rPr>
              <a:t>Colab</a:t>
            </a:r>
            <a:r>
              <a:rPr lang="en-US" sz="1050" dirty="0">
                <a:ea typeface="+mn-lt"/>
                <a:cs typeface="+mn-lt"/>
              </a:rPr>
              <a:t> (experiments &amp; visualization)</a:t>
            </a:r>
            <a:endParaRPr lang="en-US" sz="1000" dirty="0"/>
          </a:p>
          <a:p>
            <a:pPr>
              <a:lnSpc>
                <a:spcPct val="100000"/>
              </a:lnSpc>
            </a:pPr>
            <a:r>
              <a:rPr lang="en-US" sz="500" dirty="0">
                <a:ea typeface="+mn-lt"/>
                <a:cs typeface="+mn-lt"/>
              </a:rPr>
              <a:t/>
            </a:r>
            <a:br>
              <a:rPr lang="en-US" sz="500" dirty="0">
                <a:ea typeface="+mn-lt"/>
                <a:cs typeface="+mn-lt"/>
              </a:rPr>
            </a:br>
            <a:endParaRPr lang="en-US" sz="500">
              <a:ea typeface="+mn-lt"/>
              <a:cs typeface="+mn-lt"/>
            </a:endParaRPr>
          </a:p>
        </p:txBody>
      </p:sp>
      <p:pic>
        <p:nvPicPr>
          <p:cNvPr id="4" name="Picture 3" descr="A collage of items on a white background&#10;&#10;AI-generated content may be incorrect.">
            <a:extLst>
              <a:ext uri="{FF2B5EF4-FFF2-40B4-BE49-F238E27FC236}">
                <a16:creationId xmlns:a16="http://schemas.microsoft.com/office/drawing/2014/main" id="{3C056E36-E32B-C735-AFBA-DE5F30FC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727" y="3815102"/>
            <a:ext cx="4592625" cy="197482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224725-E528-4D16-2ABC-63DD456BC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726" y="1009157"/>
            <a:ext cx="4592625" cy="174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0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B841C-4F50-71CC-525D-F581B111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029325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Experimental Setup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65AC-1F91-48FF-96F2-7C6F2AEF1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6029325" cy="403653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We conducted controlled experiments under different workloads and scaling policies.</a:t>
            </a:r>
          </a:p>
          <a:p>
            <a:r>
              <a:rPr lang="en-US" b="1" dirty="0">
                <a:ea typeface="+mn-lt"/>
                <a:cs typeface="+mn-lt"/>
              </a:rPr>
              <a:t>Workloads: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100 users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300 users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500 users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Scaling thresholds: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50%, 70%, 85% CPU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Duration: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Each test ran for ~20 </a:t>
            </a:r>
            <a:r>
              <a:rPr lang="en-US" dirty="0" smtClean="0">
                <a:ea typeface="+mn-lt"/>
                <a:cs typeface="+mn-lt"/>
              </a:rPr>
              <a:t>minutes</a:t>
            </a:r>
            <a:br>
              <a:rPr lang="en-US" dirty="0" smtClean="0">
                <a:ea typeface="+mn-lt"/>
                <a:cs typeface="+mn-lt"/>
              </a:rPr>
            </a:br>
            <a:r>
              <a:rPr lang="en-US" dirty="0" smtClean="0">
                <a:ea typeface="+mn-lt"/>
                <a:cs typeface="+mn-lt"/>
              </a:rPr>
              <a:t> Allows </a:t>
            </a:r>
            <a:r>
              <a:rPr lang="en-US" dirty="0">
                <a:ea typeface="+mn-lt"/>
                <a:cs typeface="+mn-lt"/>
              </a:rPr>
              <a:t>HPA to stabilize and reach steady-state behavior </a:t>
            </a:r>
            <a:endParaRPr lang="en-US" dirty="0"/>
          </a:p>
          <a:p>
            <a:r>
              <a:rPr lang="en-US" b="1" dirty="0" smtClean="0">
                <a:ea typeface="+mn-lt"/>
                <a:cs typeface="+mn-lt"/>
              </a:rPr>
              <a:t>Total </a:t>
            </a:r>
            <a:r>
              <a:rPr lang="en-US" b="1" dirty="0">
                <a:ea typeface="+mn-lt"/>
                <a:cs typeface="+mn-lt"/>
              </a:rPr>
              <a:t>experiments: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36 configurations (environment × load × threshold)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4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21B23E0-233D-4F8B-8913-8D7328DBD4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2090" y="0"/>
            <a:ext cx="6519262" cy="6858000"/>
          </a:xfrm>
          <a:custGeom>
            <a:avLst/>
            <a:gdLst>
              <a:gd name="connsiteX0" fmla="*/ 615190 w 6519262"/>
              <a:gd name="connsiteY0" fmla="*/ 3536635 h 6858000"/>
              <a:gd name="connsiteX1" fmla="*/ 1124778 w 6519262"/>
              <a:gd name="connsiteY1" fmla="*/ 4046223 h 6858000"/>
              <a:gd name="connsiteX2" fmla="*/ 615190 w 6519262"/>
              <a:gd name="connsiteY2" fmla="*/ 4555811 h 6858000"/>
              <a:gd name="connsiteX3" fmla="*/ 105603 w 6519262"/>
              <a:gd name="connsiteY3" fmla="*/ 4046223 h 6858000"/>
              <a:gd name="connsiteX4" fmla="*/ 615190 w 6519262"/>
              <a:gd name="connsiteY4" fmla="*/ 3536635 h 6858000"/>
              <a:gd name="connsiteX5" fmla="*/ 1497780 w 6519262"/>
              <a:gd name="connsiteY5" fmla="*/ 0 h 6858000"/>
              <a:gd name="connsiteX6" fmla="*/ 1997377 w 6519262"/>
              <a:gd name="connsiteY6" fmla="*/ 0 h 6858000"/>
              <a:gd name="connsiteX7" fmla="*/ 5164844 w 6519262"/>
              <a:gd name="connsiteY7" fmla="*/ 0 h 6858000"/>
              <a:gd name="connsiteX8" fmla="*/ 5726653 w 6519262"/>
              <a:gd name="connsiteY8" fmla="*/ 0 h 6858000"/>
              <a:gd name="connsiteX9" fmla="*/ 6519262 w 6519262"/>
              <a:gd name="connsiteY9" fmla="*/ 0 h 6858000"/>
              <a:gd name="connsiteX10" fmla="*/ 6519262 w 6519262"/>
              <a:gd name="connsiteY10" fmla="*/ 6858000 h 6858000"/>
              <a:gd name="connsiteX11" fmla="*/ 5726653 w 6519262"/>
              <a:gd name="connsiteY11" fmla="*/ 6858000 h 6858000"/>
              <a:gd name="connsiteX12" fmla="*/ 1997377 w 6519262"/>
              <a:gd name="connsiteY12" fmla="*/ 6858000 h 6858000"/>
              <a:gd name="connsiteX13" fmla="*/ 311757 w 6519262"/>
              <a:gd name="connsiteY13" fmla="*/ 6858000 h 6858000"/>
              <a:gd name="connsiteX14" fmla="*/ 314130 w 6519262"/>
              <a:gd name="connsiteY14" fmla="*/ 6707670 h 6858000"/>
              <a:gd name="connsiteX15" fmla="*/ 599702 w 6519262"/>
              <a:gd name="connsiteY15" fmla="*/ 5670858 h 6858000"/>
              <a:gd name="connsiteX16" fmla="*/ 1211433 w 6519262"/>
              <a:gd name="connsiteY16" fmla="*/ 4641255 h 6858000"/>
              <a:gd name="connsiteX17" fmla="*/ 1053041 w 6519262"/>
              <a:gd name="connsiteY17" fmla="*/ 3164269 h 6858000"/>
              <a:gd name="connsiteX18" fmla="*/ 607048 w 6519262"/>
              <a:gd name="connsiteY18" fmla="*/ 2589405 h 6858000"/>
              <a:gd name="connsiteX19" fmla="*/ 1054915 w 6519262"/>
              <a:gd name="connsiteY19" fmla="*/ 1068099 h 6858000"/>
              <a:gd name="connsiteX20" fmla="*/ 1502877 w 6519262"/>
              <a:gd name="connsiteY20" fmla="*/ 419995 h 6858000"/>
              <a:gd name="connsiteX21" fmla="*/ 1505904 w 6519262"/>
              <a:gd name="connsiteY21" fmla="*/ 184996 h 6858000"/>
              <a:gd name="connsiteX22" fmla="*/ 14543 w 6519262"/>
              <a:gd name="connsiteY22" fmla="*/ 0 h 6858000"/>
              <a:gd name="connsiteX23" fmla="*/ 879351 w 6519262"/>
              <a:gd name="connsiteY23" fmla="*/ 0 h 6858000"/>
              <a:gd name="connsiteX24" fmla="*/ 892053 w 6519262"/>
              <a:gd name="connsiteY24" fmla="*/ 78052 h 6858000"/>
              <a:gd name="connsiteX25" fmla="*/ 561940 w 6519262"/>
              <a:gd name="connsiteY25" fmla="*/ 535443 h 6858000"/>
              <a:gd name="connsiteX26" fmla="*/ 15320 w 6519262"/>
              <a:gd name="connsiteY26" fmla="*/ 219852 h 6858000"/>
              <a:gd name="connsiteX27" fmla="*/ 4234 w 6519262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19262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3" y="4555811"/>
                  <a:pt x="105603" y="4327661"/>
                  <a:pt x="105603" y="4046223"/>
                </a:cubicBezTo>
                <a:cubicBezTo>
                  <a:pt x="105603" y="3764785"/>
                  <a:pt x="333753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6519262" y="0"/>
                </a:lnTo>
                <a:lnTo>
                  <a:pt x="6519262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2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3" y="2805523"/>
                  <a:pt x="607048" y="2589405"/>
                </a:cubicBezTo>
                <a:cubicBezTo>
                  <a:pt x="366280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20" y="219852"/>
                </a:cubicBezTo>
                <a:cubicBezTo>
                  <a:pt x="-630" y="160329"/>
                  <a:pt x="-3761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7887D1-F87C-4CDE-9AE3-4C35360E00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585B7-7DFF-80D1-BE94-B8005420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769671" cy="108173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HPA Behavior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63CB-A984-A724-F3A0-8D4316862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7" y="2098193"/>
            <a:ext cx="4769671" cy="346859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400" b="1">
                <a:ea typeface="+mn-lt"/>
                <a:cs typeface="+mn-lt"/>
              </a:rPr>
              <a:t>HPA Scaling Behavior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50% (Aggressive):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dirty="0"/>
          </a:p>
          <a:p>
            <a:pPr marL="5143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Scales early → more pods → lower latency </a:t>
            </a:r>
            <a:endParaRPr lang="en-US"/>
          </a:p>
          <a:p>
            <a:pPr marL="5143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Higher resource usage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70% (Moderate):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dirty="0"/>
          </a:p>
          <a:p>
            <a:pPr marL="5143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Balanced scaling </a:t>
            </a:r>
            <a:endParaRPr lang="en-US">
              <a:ea typeface="+mn-lt"/>
              <a:cs typeface="+mn-lt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Stable performance across workloads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85% (Conservative):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dirty="0"/>
          </a:p>
          <a:p>
            <a:pPr marL="5143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Delayed scaling </a:t>
            </a:r>
            <a:endParaRPr lang="en-US">
              <a:ea typeface="+mn-lt"/>
              <a:cs typeface="+mn-lt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Can cause latency spikes under sudden load</a:t>
            </a:r>
            <a:endParaRPr lang="en-US"/>
          </a:p>
          <a:p>
            <a:pPr>
              <a:lnSpc>
                <a:spcPct val="100000"/>
              </a:lnSpc>
            </a:pPr>
            <a:endParaRPr lang="en-US" sz="1400" b="1" dirty="0"/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Scaling threshold directly controls how quickly the system reacts to demand</a:t>
            </a:r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EA9FA61-1761-A3AF-7CE8-64389AFB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764" y="4519900"/>
            <a:ext cx="3147614" cy="2093482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1D02B06-E658-E60C-B257-6FC92BAE5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773" y="2463502"/>
            <a:ext cx="3707594" cy="1936598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D06542F-E7E6-8983-0755-C6ED1A9B6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790" y="690877"/>
            <a:ext cx="3707560" cy="149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2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2EFE5-DDB5-41BC-B3F4-19D747119A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CB7E8-36F8-600C-7E88-CDA8C968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7868" y="1654320"/>
            <a:ext cx="2746453" cy="1313995"/>
          </a:xfrm>
        </p:spPr>
        <p:txBody>
          <a:bodyPr anchor="t">
            <a:normAutofit/>
          </a:bodyPr>
          <a:lstStyle/>
          <a:p>
            <a:r>
              <a:rPr lang="en-US">
                <a:cs typeface="Posterama"/>
              </a:rPr>
              <a:t>Results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2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21B23E0-233D-4F8B-8913-8D7328DBD4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2090" y="0"/>
            <a:ext cx="6519262" cy="6858000"/>
          </a:xfrm>
          <a:custGeom>
            <a:avLst/>
            <a:gdLst>
              <a:gd name="connsiteX0" fmla="*/ 615190 w 6519262"/>
              <a:gd name="connsiteY0" fmla="*/ 3536635 h 6858000"/>
              <a:gd name="connsiteX1" fmla="*/ 1124778 w 6519262"/>
              <a:gd name="connsiteY1" fmla="*/ 4046223 h 6858000"/>
              <a:gd name="connsiteX2" fmla="*/ 615190 w 6519262"/>
              <a:gd name="connsiteY2" fmla="*/ 4555811 h 6858000"/>
              <a:gd name="connsiteX3" fmla="*/ 105603 w 6519262"/>
              <a:gd name="connsiteY3" fmla="*/ 4046223 h 6858000"/>
              <a:gd name="connsiteX4" fmla="*/ 615190 w 6519262"/>
              <a:gd name="connsiteY4" fmla="*/ 3536635 h 6858000"/>
              <a:gd name="connsiteX5" fmla="*/ 1497780 w 6519262"/>
              <a:gd name="connsiteY5" fmla="*/ 0 h 6858000"/>
              <a:gd name="connsiteX6" fmla="*/ 1997377 w 6519262"/>
              <a:gd name="connsiteY6" fmla="*/ 0 h 6858000"/>
              <a:gd name="connsiteX7" fmla="*/ 5164844 w 6519262"/>
              <a:gd name="connsiteY7" fmla="*/ 0 h 6858000"/>
              <a:gd name="connsiteX8" fmla="*/ 5726653 w 6519262"/>
              <a:gd name="connsiteY8" fmla="*/ 0 h 6858000"/>
              <a:gd name="connsiteX9" fmla="*/ 6519262 w 6519262"/>
              <a:gd name="connsiteY9" fmla="*/ 0 h 6858000"/>
              <a:gd name="connsiteX10" fmla="*/ 6519262 w 6519262"/>
              <a:gd name="connsiteY10" fmla="*/ 6858000 h 6858000"/>
              <a:gd name="connsiteX11" fmla="*/ 5726653 w 6519262"/>
              <a:gd name="connsiteY11" fmla="*/ 6858000 h 6858000"/>
              <a:gd name="connsiteX12" fmla="*/ 1997377 w 6519262"/>
              <a:gd name="connsiteY12" fmla="*/ 6858000 h 6858000"/>
              <a:gd name="connsiteX13" fmla="*/ 311757 w 6519262"/>
              <a:gd name="connsiteY13" fmla="*/ 6858000 h 6858000"/>
              <a:gd name="connsiteX14" fmla="*/ 314130 w 6519262"/>
              <a:gd name="connsiteY14" fmla="*/ 6707670 h 6858000"/>
              <a:gd name="connsiteX15" fmla="*/ 599702 w 6519262"/>
              <a:gd name="connsiteY15" fmla="*/ 5670858 h 6858000"/>
              <a:gd name="connsiteX16" fmla="*/ 1211433 w 6519262"/>
              <a:gd name="connsiteY16" fmla="*/ 4641255 h 6858000"/>
              <a:gd name="connsiteX17" fmla="*/ 1053041 w 6519262"/>
              <a:gd name="connsiteY17" fmla="*/ 3164269 h 6858000"/>
              <a:gd name="connsiteX18" fmla="*/ 607048 w 6519262"/>
              <a:gd name="connsiteY18" fmla="*/ 2589405 h 6858000"/>
              <a:gd name="connsiteX19" fmla="*/ 1054915 w 6519262"/>
              <a:gd name="connsiteY19" fmla="*/ 1068099 h 6858000"/>
              <a:gd name="connsiteX20" fmla="*/ 1502877 w 6519262"/>
              <a:gd name="connsiteY20" fmla="*/ 419995 h 6858000"/>
              <a:gd name="connsiteX21" fmla="*/ 1505904 w 6519262"/>
              <a:gd name="connsiteY21" fmla="*/ 184996 h 6858000"/>
              <a:gd name="connsiteX22" fmla="*/ 14543 w 6519262"/>
              <a:gd name="connsiteY22" fmla="*/ 0 h 6858000"/>
              <a:gd name="connsiteX23" fmla="*/ 879351 w 6519262"/>
              <a:gd name="connsiteY23" fmla="*/ 0 h 6858000"/>
              <a:gd name="connsiteX24" fmla="*/ 892053 w 6519262"/>
              <a:gd name="connsiteY24" fmla="*/ 78052 h 6858000"/>
              <a:gd name="connsiteX25" fmla="*/ 561940 w 6519262"/>
              <a:gd name="connsiteY25" fmla="*/ 535443 h 6858000"/>
              <a:gd name="connsiteX26" fmla="*/ 15320 w 6519262"/>
              <a:gd name="connsiteY26" fmla="*/ 219852 h 6858000"/>
              <a:gd name="connsiteX27" fmla="*/ 4234 w 6519262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19262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3" y="4555811"/>
                  <a:pt x="105603" y="4327661"/>
                  <a:pt x="105603" y="4046223"/>
                </a:cubicBezTo>
                <a:cubicBezTo>
                  <a:pt x="105603" y="3764785"/>
                  <a:pt x="333753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6519262" y="0"/>
                </a:lnTo>
                <a:lnTo>
                  <a:pt x="6519262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2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3" y="2805523"/>
                  <a:pt x="607048" y="2589405"/>
                </a:cubicBezTo>
                <a:cubicBezTo>
                  <a:pt x="366280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20" y="219852"/>
                </a:cubicBezTo>
                <a:cubicBezTo>
                  <a:pt x="-630" y="160329"/>
                  <a:pt x="-3761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7887D1-F87C-4CDE-9AE3-4C35360E00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A4D65-8D45-39A9-18BA-2A701B75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769671" cy="142912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Response Time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3F041-D654-08A4-A037-6F7DAE2DB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7" y="2154223"/>
            <a:ext cx="4769671" cy="34125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600" b="1">
                <a:ea typeface="+mn-lt"/>
                <a:cs typeface="+mn-lt"/>
              </a:rPr>
              <a:t>Response Time Analysis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ea typeface="+mn-lt"/>
                <a:cs typeface="+mn-lt"/>
              </a:rPr>
              <a:t>Minikube</a:t>
            </a:r>
            <a:r>
              <a:rPr lang="en-US" sz="1600" dirty="0">
                <a:ea typeface="+mn-lt"/>
                <a:cs typeface="+mn-lt"/>
              </a:rPr>
              <a:t> shows lower latency in our setup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GKE shows higher latency at higher loads </a:t>
            </a:r>
            <a:endParaRPr lang="en-US"/>
          </a:p>
          <a:p>
            <a:r>
              <a:rPr lang="en-US" sz="1600" dirty="0">
                <a:ea typeface="+mn-lt"/>
                <a:cs typeface="+mn-lt"/>
              </a:rPr>
              <a:t>Likely due to: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Distributed scheduling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Inter-node communication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Network overhead </a:t>
            </a:r>
            <a:endParaRPr lang="en-US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Key Insight: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Performance is influenced not only by scaling policy,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but </a:t>
            </a:r>
            <a:r>
              <a:rPr lang="en-US" sz="1600" dirty="0" err="1">
                <a:ea typeface="+mn-lt"/>
                <a:cs typeface="+mn-lt"/>
              </a:rPr>
              <a:t>also</a:t>
            </a:r>
            <a:r>
              <a:rPr lang="en-US" sz="1600" dirty="0">
                <a:ea typeface="+mn-lt"/>
                <a:cs typeface="+mn-lt"/>
              </a:rPr>
              <a:t> by infrastructure architecture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sz="1600" b="1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CAAA4-F3A2-1B33-3B9A-02669C88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144" y="4409959"/>
            <a:ext cx="4178207" cy="1831510"/>
          </a:xfrm>
          <a:prstGeom prst="rect">
            <a:avLst/>
          </a:prstGeom>
        </p:spPr>
      </p:pic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74A368C-EE0D-6CFC-44D2-1C45A56D4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143" y="2768451"/>
            <a:ext cx="4178207" cy="1293082"/>
          </a:xfrm>
          <a:prstGeom prst="rect">
            <a:avLst/>
          </a:prstGeom>
        </p:spPr>
      </p:pic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CE8402B9-20C6-72AC-2901-D2A37B8D8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143" y="866043"/>
            <a:ext cx="4178207" cy="13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18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EC9F1-8B20-8F47-6933-4C2B5842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Failure Rate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F862-B0FD-C9F0-8443-66D91F845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48521"/>
            <a:ext cx="5545867" cy="34706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>
                <a:ea typeface="+mn-lt"/>
                <a:cs typeface="+mn-lt"/>
              </a:rPr>
              <a:t>Reliability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 dirty="0" err="1">
                <a:ea typeface="+mn-lt"/>
                <a:cs typeface="+mn-lt"/>
              </a:rPr>
              <a:t>Minikube</a:t>
            </a:r>
            <a:r>
              <a:rPr lang="en-US" sz="1900" dirty="0">
                <a:ea typeface="+mn-lt"/>
                <a:cs typeface="+mn-lt"/>
              </a:rPr>
              <a:t> → up to ~24–26% failure </a:t>
            </a:r>
            <a:endParaRPr lang="en-US" sz="1900" dirty="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GKE → 0% failure </a:t>
            </a:r>
            <a:endParaRPr lang="en-US" sz="1900"/>
          </a:p>
          <a:p>
            <a:r>
              <a:rPr lang="en-US" sz="1900" b="1">
                <a:ea typeface="+mn-lt"/>
                <a:cs typeface="+mn-lt"/>
              </a:rPr>
              <a:t>Insight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Infrastructure capacity dominates at high load</a:t>
            </a:r>
            <a:endParaRPr lang="en-US" sz="1900"/>
          </a:p>
          <a:p>
            <a:endParaRPr lang="en-US" sz="1900">
              <a:ea typeface="+mn-lt"/>
              <a:cs typeface="+mn-lt"/>
            </a:endParaRPr>
          </a:p>
          <a:p>
            <a:r>
              <a:rPr lang="en-US" sz="1900">
                <a:ea typeface="+mn-lt"/>
                <a:cs typeface="+mn-lt"/>
              </a:rPr>
              <a:t>Scaling policy cannot compensate for insufficient hardware resources.</a:t>
            </a:r>
            <a:endParaRPr lang="en-US" sz="1900"/>
          </a:p>
        </p:txBody>
      </p:sp>
      <p:pic>
        <p:nvPicPr>
          <p:cNvPr id="4" name="Picture 3" descr="A graph of a service&#10;&#10;AI-generated content may be incorrect.">
            <a:extLst>
              <a:ext uri="{FF2B5EF4-FFF2-40B4-BE49-F238E27FC236}">
                <a16:creationId xmlns:a16="http://schemas.microsoft.com/office/drawing/2014/main" id="{2629A56C-B1B0-201A-85D1-E16EBF6E6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17" y="1842009"/>
            <a:ext cx="5645194" cy="243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8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E4CE7-8E5D-78AC-C72B-5A33F2C8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029325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Cost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FEB2-BDBB-95F7-E513-28272C816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6029325" cy="4036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 dirty="0">
                <a:ea typeface="+mn-lt"/>
                <a:cs typeface="+mn-lt"/>
              </a:rPr>
              <a:t>Cost Estimation Approach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>
                <a:ea typeface="+mn-lt"/>
                <a:cs typeface="+mn-lt"/>
              </a:rPr>
              <a:t>Cost = </a:t>
            </a:r>
            <a:r>
              <a:rPr lang="en-US" sz="1300" dirty="0" err="1">
                <a:ea typeface="+mn-lt"/>
                <a:cs typeface="+mn-lt"/>
              </a:rPr>
              <a:t>MaxPods</a:t>
            </a:r>
            <a:r>
              <a:rPr lang="en-US" sz="1300" dirty="0">
                <a:ea typeface="+mn-lt"/>
                <a:cs typeface="+mn-lt"/>
              </a:rPr>
              <a:t> × Duration × Cost per Pod</a:t>
            </a:r>
          </a:p>
          <a:p>
            <a:pPr>
              <a:lnSpc>
                <a:spcPct val="100000"/>
              </a:lnSpc>
            </a:pPr>
            <a:r>
              <a:rPr lang="en-US" sz="1300" dirty="0" smtClean="0"/>
              <a:t>Cost per Pod = Total System Cost / Number of active pods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b="1" dirty="0">
                <a:ea typeface="+mn-lt"/>
                <a:cs typeface="+mn-lt"/>
              </a:rPr>
              <a:t>Assumptions</a:t>
            </a:r>
            <a:endParaRPr lang="en-US" sz="1300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300" dirty="0" err="1">
                <a:ea typeface="+mn-lt"/>
                <a:cs typeface="+mn-lt"/>
              </a:rPr>
              <a:t>Minikube</a:t>
            </a:r>
            <a:r>
              <a:rPr lang="en-US" sz="1300" dirty="0">
                <a:ea typeface="+mn-lt"/>
                <a:cs typeface="+mn-lt"/>
              </a:rPr>
              <a:t> → mapped to equivalent VM (~$0.13/</a:t>
            </a:r>
            <a:r>
              <a:rPr lang="en-US" sz="1300" dirty="0" err="1">
                <a:ea typeface="+mn-lt"/>
                <a:cs typeface="+mn-lt"/>
              </a:rPr>
              <a:t>hr</a:t>
            </a:r>
            <a:r>
              <a:rPr lang="en-US" sz="1300" dirty="0">
                <a:ea typeface="+mn-lt"/>
                <a:cs typeface="+mn-lt"/>
              </a:rPr>
              <a:t>) </a:t>
            </a:r>
            <a:endParaRPr lang="en-US" sz="1300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300" dirty="0">
                <a:ea typeface="+mn-lt"/>
                <a:cs typeface="+mn-lt"/>
              </a:rPr>
              <a:t>GKE → node-based pricing (~$0.33/</a:t>
            </a:r>
            <a:r>
              <a:rPr lang="en-US" sz="1300" dirty="0" err="1">
                <a:ea typeface="+mn-lt"/>
                <a:cs typeface="+mn-lt"/>
              </a:rPr>
              <a:t>hr</a:t>
            </a:r>
            <a:r>
              <a:rPr lang="en-US" sz="1300" dirty="0">
                <a:ea typeface="+mn-lt"/>
                <a:cs typeface="+mn-lt"/>
              </a:rPr>
              <a:t> total) </a:t>
            </a:r>
            <a:endParaRPr lang="en-US" sz="1300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300" dirty="0">
                <a:ea typeface="+mn-lt"/>
                <a:cs typeface="+mn-lt"/>
              </a:rPr>
              <a:t>Cost normalized per pod 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b="1" dirty="0">
                <a:ea typeface="+mn-lt"/>
                <a:cs typeface="+mn-lt"/>
              </a:rPr>
              <a:t>Purpose</a:t>
            </a:r>
            <a:endParaRPr lang="en-US" sz="1300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300" dirty="0">
                <a:ea typeface="+mn-lt"/>
                <a:cs typeface="+mn-lt"/>
              </a:rPr>
              <a:t>Compare </a:t>
            </a:r>
            <a:r>
              <a:rPr lang="en-US" sz="1300" b="1" dirty="0">
                <a:ea typeface="+mn-lt"/>
                <a:cs typeface="+mn-lt"/>
              </a:rPr>
              <a:t>relative cost trends</a:t>
            </a:r>
            <a:r>
              <a:rPr lang="en-US" sz="1300" dirty="0">
                <a:ea typeface="+mn-lt"/>
                <a:cs typeface="+mn-lt"/>
              </a:rPr>
              <a:t>, not exact billing</a:t>
            </a:r>
            <a:endParaRPr lang="en-US" sz="1300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>
                <a:ea typeface="+mn-lt"/>
                <a:cs typeface="+mn-lt"/>
              </a:rPr>
              <a:t>Since </a:t>
            </a:r>
            <a:r>
              <a:rPr lang="en-US" sz="1300" dirty="0" err="1">
                <a:ea typeface="+mn-lt"/>
                <a:cs typeface="+mn-lt"/>
              </a:rPr>
              <a:t>Minikube</a:t>
            </a:r>
            <a:r>
              <a:rPr lang="en-US" sz="1300" dirty="0">
                <a:ea typeface="+mn-lt"/>
                <a:cs typeface="+mn-lt"/>
              </a:rPr>
              <a:t> has no real billing and GKE uses node-based pricing, we use a normalized per-pod cost model to ensure consistent comparison across environments.</a:t>
            </a:r>
            <a:endParaRPr lang="en-US" sz="1300" dirty="0"/>
          </a:p>
          <a:p>
            <a:pPr>
              <a:lnSpc>
                <a:spcPct val="10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39645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E20617-5A38-4FAF-8FE0-B4C6A95F1D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E23747-C918-4EC5-811F-876AFAD747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DC52-C3C1-2604-B0C4-737748E7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769671" cy="232559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Cost vs Performance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2806F-D15D-5162-F908-201DB87F6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7" y="3241193"/>
            <a:ext cx="4769671" cy="23255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>
                <a:ea typeface="+mn-lt"/>
                <a:cs typeface="+mn-lt"/>
              </a:rPr>
              <a:t>Trade-off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50% → best performance, higher cost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85% → lowest cost, higher latency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70% → balanced</a:t>
            </a:r>
            <a:br>
              <a:rPr lang="en-US" sz="1600">
                <a:ea typeface="+mn-lt"/>
                <a:cs typeface="+mn-lt"/>
              </a:rPr>
            </a:br>
            <a:endParaRPr lang="en-US" sz="1600"/>
          </a:p>
          <a:p>
            <a:pPr>
              <a:lnSpc>
                <a:spcPct val="100000"/>
              </a:lnSpc>
            </a:pPr>
            <a:r>
              <a:rPr lang="en-US" sz="1600" dirty="0">
                <a:ea typeface="+mn-lt"/>
                <a:cs typeface="+mn-lt"/>
              </a:rPr>
              <a:t>There is no universally optimal threshold — the choice depends on system priorities.</a:t>
            </a:r>
          </a:p>
          <a:p>
            <a:pPr>
              <a:lnSpc>
                <a:spcPct val="100000"/>
              </a:lnSpc>
            </a:pPr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0D06A-77F1-3D06-2BE8-7C647DCE9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31" y="269488"/>
            <a:ext cx="5100626" cy="2899318"/>
          </a:xfrm>
          <a:prstGeom prst="rect">
            <a:avLst/>
          </a:prstGeom>
        </p:spPr>
      </p:pic>
      <p:pic>
        <p:nvPicPr>
          <p:cNvPr id="7" name="Picture 6" descr="A graph of cost vs performance&#10;&#10;AI-generated content may be incorrect.">
            <a:extLst>
              <a:ext uri="{FF2B5EF4-FFF2-40B4-BE49-F238E27FC236}">
                <a16:creationId xmlns:a16="http://schemas.microsoft.com/office/drawing/2014/main" id="{3724F485-6282-3235-A65F-D56C0814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164" y="3429000"/>
            <a:ext cx="5087575" cy="296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7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7C4FDF-D217-4821-A221-1C752E3F3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C75CB5-D62C-410A-9B85-22367B6892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3D5574-8E19-4607-A618-0678D0EBDF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C00D6-DADB-0666-924E-55C231E36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393343"/>
            <a:ext cx="5483352" cy="2267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Statistical Validation of Results</a:t>
            </a:r>
          </a:p>
        </p:txBody>
      </p:sp>
      <p:pic>
        <p:nvPicPr>
          <p:cNvPr id="5" name="Picture 4" descr="A collage of graphs and charts&#10;&#10;AI-generated content may be incorrect.">
            <a:extLst>
              <a:ext uri="{FF2B5EF4-FFF2-40B4-BE49-F238E27FC236}">
                <a16:creationId xmlns:a16="http://schemas.microsoft.com/office/drawing/2014/main" id="{2FB2E270-86A5-5FB7-9435-1EA3E914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328" y="3434421"/>
            <a:ext cx="3781837" cy="3014972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BFE56A9-6A2E-52B7-4BB0-E199EC89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27" y="234880"/>
            <a:ext cx="3781837" cy="298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094C9-BAE4-4CA3-C5B6-D5B7578E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029325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cs typeface="Posterama"/>
              </a:rPr>
              <a:t>Statistical Validation of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6D98B-1203-6BE6-CA6F-0ADA8DC3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6029325" cy="4036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ea typeface="+mn-lt"/>
                <a:cs typeface="+mn-lt"/>
              </a:rPr>
              <a:t>Strong correlation between workload and latency: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GKE: r ≈ 0.99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 dirty="0" err="1">
                <a:ea typeface="+mn-lt"/>
                <a:cs typeface="+mn-lt"/>
              </a:rPr>
              <a:t>Minikube</a:t>
            </a:r>
            <a:r>
              <a:rPr lang="en-US" sz="1600" dirty="0">
                <a:ea typeface="+mn-lt"/>
                <a:cs typeface="+mn-lt"/>
              </a:rPr>
              <a:t>: r ≈ 0.80 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1600">
                <a:ea typeface="+mn-lt"/>
                <a:cs typeface="+mn-lt"/>
              </a:rPr>
              <a:t>Cost is directly proportional to scaling: </a:t>
            </a:r>
            <a:endParaRPr lang="en-US" sz="1600"/>
          </a:p>
          <a:p>
            <a:pPr marL="285750" indent="-28575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Pods vs Cost: r = 1.00</a:t>
            </a:r>
          </a:p>
          <a:p>
            <a:pPr>
              <a:lnSpc>
                <a:spcPct val="100000"/>
              </a:lnSpc>
            </a:pPr>
            <a:r>
              <a:rPr lang="en-US" sz="1600"/>
              <a:t>Confirms: 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Autoscaling behavior directly impacts both performance and cost</a:t>
            </a:r>
          </a:p>
          <a:p>
            <a:pPr>
              <a:lnSpc>
                <a:spcPct val="10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45454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97499-BC6E-9AC2-4867-CCFC5B6C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029325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Key Findings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E3C5E-11BE-0992-EFA0-DBC52E659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6029325" cy="403653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Workload strongly impacts system performance </a:t>
            </a:r>
            <a:endParaRPr lang="en-US"/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Increasing pods improves latency but increases cost 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Minikube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/>
          </a:p>
          <a:p>
            <a:pPr marL="571500" lvl="1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Faster but resource-limited </a:t>
            </a:r>
            <a:endParaRPr lang="en-US"/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GKE: </a:t>
            </a:r>
            <a:endParaRPr lang="en-US"/>
          </a:p>
          <a:p>
            <a:pPr marL="571500" lvl="1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More stable and reliable 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70% threshold provides the best balance (≤ 300 users)</a:t>
            </a: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System behavior depends on both workload and infrastructure.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59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2EFE5-DDB5-41BC-B3F4-19D747119A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1D021-5687-4C08-B40C-2E32C2AF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4400550" cy="34141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Decision Guideline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78F0B-4E1F-3A42-02A4-B76ACFC8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50" y="557784"/>
            <a:ext cx="5924550" cy="3414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>
                <a:ea typeface="+mn-lt"/>
                <a:cs typeface="+mn-lt"/>
              </a:rPr>
              <a:t>Practical Recommendation</a:t>
            </a:r>
            <a:endParaRPr lang="en-US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Performance priority → 50% </a:t>
            </a:r>
            <a:endParaRPr lang="en-US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Cost priority → 85% </a:t>
            </a:r>
            <a:endParaRPr lang="en-US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Balanced → 70% </a:t>
            </a:r>
            <a:endParaRPr lang="en-US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High load → use cloud (GKE)</a:t>
            </a: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We translate our results into a simple decision framework.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2EFE5-DDB5-41BC-B3F4-19D747119A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7A346-7268-EBCA-3676-87D5910E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4400550" cy="34141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D37A9-ACD8-782A-3E53-14C9149DA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50" y="557784"/>
            <a:ext cx="5924550" cy="3414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Minikube</a:t>
            </a:r>
            <a:r>
              <a:rPr lang="en-US" dirty="0">
                <a:ea typeface="+mn-lt"/>
                <a:cs typeface="+mn-lt"/>
              </a:rPr>
              <a:t> limited by local resources </a:t>
            </a:r>
            <a:endParaRPr lang="en-US"/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GKE latency affected by network overhead </a:t>
            </a:r>
            <a:endParaRPr lang="en-US"/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Cost model is estimated, not real billing </a:t>
            </a:r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Only CPU-based autoscaling considered </a:t>
            </a:r>
            <a:endParaRPr lang="en-US"/>
          </a:p>
          <a:p>
            <a:pPr marL="342900" indent="-342900">
              <a:buFont typeface="Arial" panose="020B05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Synthetic workload may differ from real traffic</a:t>
            </a:r>
          </a:p>
          <a:p>
            <a:pPr marL="342900" indent="-342900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675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2EFE5-DDB5-41BC-B3F4-19D747119A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21915-3315-1A34-1EE1-74C12CD3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4400550" cy="3414141"/>
          </a:xfrm>
        </p:spPr>
        <p:txBody>
          <a:bodyPr anchor="t">
            <a:normAutofit/>
          </a:bodyPr>
          <a:lstStyle/>
          <a:p>
            <a:r>
              <a:rPr lang="en-US">
                <a:cs typeface="Posterama"/>
              </a:rPr>
              <a:t>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E30F-F832-FC1D-804B-6DC96DC1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50" y="557784"/>
            <a:ext cx="5924550" cy="3414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Stress test GKE beyond 500 users to find true capacity ceiling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RL-based autoscaling comparison using same 36-experiment setup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Prometheus + Grafana for real-time continuous monitoring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Multi-metric HPA combining CPU + memory + request latency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r>
              <a:rPr lang="en-US" sz="1700">
                <a:latin typeface="Calibri"/>
                <a:ea typeface="Calibri"/>
                <a:cs typeface="Calibri"/>
              </a:rPr>
              <a:t>Actual GKE billing validation vs estimated per-pod cost model</a:t>
            </a:r>
          </a:p>
          <a:p>
            <a:pPr marL="342900" indent="-342900">
              <a:lnSpc>
                <a:spcPct val="100000"/>
              </a:lnSpc>
              <a:buFont typeface="Arial" panose="020B0504020202020204" pitchFamily="34" charset="0"/>
              <a:buChar char="•"/>
            </a:pPr>
            <a:endParaRPr lang="en-US" sz="17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867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2EFE5-DDB5-41BC-B3F4-19D747119A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215C5-37D5-AAF4-D614-30B3DDC0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4400550" cy="34141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C5F6-A7E0-3D77-1D7D-5C7E80E4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50" y="557784"/>
            <a:ext cx="5924550" cy="3414141"/>
          </a:xfrm>
        </p:spPr>
        <p:txBody>
          <a:bodyPr anchor="t">
            <a:normAutofit fontScale="850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Autoscaling decisions significantly impact both performance and cost.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Aggressive scaling improves latency but increases cost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Conservative scaling reduces cost but risks performance degradation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There is no universal solution —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the optimal strategy depends on workload and system priorities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This study provides a practical guideline for choosing HPA thresholds in real systems.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387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77B4CB6-64B7-4C1D-B623-F1EC02FCC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937866"/>
          </a:xfrm>
          <a:custGeom>
            <a:avLst/>
            <a:gdLst>
              <a:gd name="connsiteX0" fmla="*/ 8930642 w 12192000"/>
              <a:gd name="connsiteY0" fmla="*/ 5494299 h 5937866"/>
              <a:gd name="connsiteX1" fmla="*/ 9143134 w 12192000"/>
              <a:gd name="connsiteY1" fmla="*/ 5616927 h 5937866"/>
              <a:gd name="connsiteX2" fmla="*/ 9043549 w 12192000"/>
              <a:gd name="connsiteY2" fmla="*/ 5914543 h 5937866"/>
              <a:gd name="connsiteX3" fmla="*/ 8745984 w 12192000"/>
              <a:gd name="connsiteY3" fmla="*/ 5814814 h 5937866"/>
              <a:gd name="connsiteX4" fmla="*/ 8845568 w 12192000"/>
              <a:gd name="connsiteY4" fmla="*/ 5517199 h 5937866"/>
              <a:gd name="connsiteX5" fmla="*/ 8930642 w 12192000"/>
              <a:gd name="connsiteY5" fmla="*/ 5494299 h 5937866"/>
              <a:gd name="connsiteX6" fmla="*/ 9842642 w 12192000"/>
              <a:gd name="connsiteY6" fmla="*/ 4939308 h 5937866"/>
              <a:gd name="connsiteX7" fmla="*/ 10272210 w 12192000"/>
              <a:gd name="connsiteY7" fmla="*/ 5187210 h 5937866"/>
              <a:gd name="connsiteX8" fmla="*/ 10070896 w 12192000"/>
              <a:gd name="connsiteY8" fmla="*/ 5788857 h 5937866"/>
              <a:gd name="connsiteX9" fmla="*/ 9469346 w 12192000"/>
              <a:gd name="connsiteY9" fmla="*/ 5587251 h 5937866"/>
              <a:gd name="connsiteX10" fmla="*/ 9670660 w 12192000"/>
              <a:gd name="connsiteY10" fmla="*/ 4985603 h 5937866"/>
              <a:gd name="connsiteX11" fmla="*/ 9842642 w 12192000"/>
              <a:gd name="connsiteY11" fmla="*/ 4939308 h 5937866"/>
              <a:gd name="connsiteX12" fmla="*/ 0 w 12192000"/>
              <a:gd name="connsiteY12" fmla="*/ 0 h 5937866"/>
              <a:gd name="connsiteX13" fmla="*/ 12188952 w 12192000"/>
              <a:gd name="connsiteY13" fmla="*/ 0 h 5937866"/>
              <a:gd name="connsiteX14" fmla="*/ 12188952 w 12192000"/>
              <a:gd name="connsiteY14" fmla="*/ 1220565 h 5937866"/>
              <a:gd name="connsiteX15" fmla="*/ 12192000 w 12192000"/>
              <a:gd name="connsiteY15" fmla="*/ 1220565 h 5937866"/>
              <a:gd name="connsiteX16" fmla="*/ 12192000 w 12192000"/>
              <a:gd name="connsiteY16" fmla="*/ 4590456 h 5937866"/>
              <a:gd name="connsiteX17" fmla="*/ 12124015 w 12192000"/>
              <a:gd name="connsiteY17" fmla="*/ 4631278 h 5937866"/>
              <a:gd name="connsiteX18" fmla="*/ 11077457 w 12192000"/>
              <a:gd name="connsiteY18" fmla="*/ 4722290 h 5937866"/>
              <a:gd name="connsiteX19" fmla="*/ 9867246 w 12192000"/>
              <a:gd name="connsiteY19" fmla="*/ 4572157 h 5937866"/>
              <a:gd name="connsiteX20" fmla="*/ 8994802 w 12192000"/>
              <a:gd name="connsiteY20" fmla="*/ 5098943 h 5937866"/>
              <a:gd name="connsiteX21" fmla="*/ 6994655 w 12192000"/>
              <a:gd name="connsiteY21" fmla="*/ 5556202 h 5937866"/>
              <a:gd name="connsiteX22" fmla="*/ 6287534 w 12192000"/>
              <a:gd name="connsiteY22" fmla="*/ 4934764 h 5937866"/>
              <a:gd name="connsiteX23" fmla="*/ 4392596 w 12192000"/>
              <a:gd name="connsiteY23" fmla="*/ 4612909 h 5937866"/>
              <a:gd name="connsiteX24" fmla="*/ 3014500 w 12192000"/>
              <a:gd name="connsiteY24" fmla="*/ 5320787 h 5937866"/>
              <a:gd name="connsiteX25" fmla="*/ 86414 w 12192000"/>
              <a:gd name="connsiteY25" fmla="*/ 5123870 h 5937866"/>
              <a:gd name="connsiteX26" fmla="*/ 0 w 12192000"/>
              <a:gd name="connsiteY26" fmla="*/ 5061131 h 5937866"/>
              <a:gd name="connsiteX27" fmla="*/ 0 w 12192000"/>
              <a:gd name="connsiteY27" fmla="*/ 3267075 h 5937866"/>
              <a:gd name="connsiteX28" fmla="*/ 0 w 12192000"/>
              <a:gd name="connsiteY28" fmla="*/ 1220565 h 59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5937866">
                <a:moveTo>
                  <a:pt x="8930642" y="5494299"/>
                </a:moveTo>
                <a:cubicBezTo>
                  <a:pt x="9016941" y="5488946"/>
                  <a:pt x="9102130" y="5534635"/>
                  <a:pt x="9143134" y="5616927"/>
                </a:cubicBezTo>
                <a:cubicBezTo>
                  <a:pt x="9197806" y="5726652"/>
                  <a:pt x="9153221" y="5859898"/>
                  <a:pt x="9043549" y="5914543"/>
                </a:cubicBezTo>
                <a:cubicBezTo>
                  <a:pt x="8933879" y="5969187"/>
                  <a:pt x="8800655" y="5924538"/>
                  <a:pt x="8745984" y="5814814"/>
                </a:cubicBezTo>
                <a:cubicBezTo>
                  <a:pt x="8691311" y="5705090"/>
                  <a:pt x="8735897" y="5571844"/>
                  <a:pt x="8845568" y="5517199"/>
                </a:cubicBezTo>
                <a:cubicBezTo>
                  <a:pt x="8872986" y="5503538"/>
                  <a:pt x="8901875" y="5496082"/>
                  <a:pt x="8930642" y="5494299"/>
                </a:cubicBezTo>
                <a:close/>
                <a:moveTo>
                  <a:pt x="9842642" y="4939308"/>
                </a:moveTo>
                <a:cubicBezTo>
                  <a:pt x="10017101" y="4928488"/>
                  <a:pt x="10189318" y="5020851"/>
                  <a:pt x="10272210" y="5187210"/>
                </a:cubicBezTo>
                <a:cubicBezTo>
                  <a:pt x="10382732" y="5409023"/>
                  <a:pt x="10292600" y="5678390"/>
                  <a:pt x="10070896" y="5788857"/>
                </a:cubicBezTo>
                <a:cubicBezTo>
                  <a:pt x="9849191" y="5899325"/>
                  <a:pt x="9579867" y="5809063"/>
                  <a:pt x="9469346" y="5587251"/>
                </a:cubicBezTo>
                <a:cubicBezTo>
                  <a:pt x="9358824" y="5365438"/>
                  <a:pt x="9448956" y="5096071"/>
                  <a:pt x="9670660" y="4985603"/>
                </a:cubicBezTo>
                <a:cubicBezTo>
                  <a:pt x="9726087" y="4957986"/>
                  <a:pt x="9784490" y="4942914"/>
                  <a:pt x="9842642" y="4939308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220565"/>
                </a:lnTo>
                <a:lnTo>
                  <a:pt x="12192000" y="1220565"/>
                </a:lnTo>
                <a:lnTo>
                  <a:pt x="12192000" y="4590456"/>
                </a:lnTo>
                <a:lnTo>
                  <a:pt x="12124015" y="4631278"/>
                </a:lnTo>
                <a:cubicBezTo>
                  <a:pt x="11792041" y="4802103"/>
                  <a:pt x="11443617" y="4797817"/>
                  <a:pt x="11077457" y="4722290"/>
                </a:cubicBezTo>
                <a:cubicBezTo>
                  <a:pt x="10679189" y="4640425"/>
                  <a:pt x="10271734" y="4578846"/>
                  <a:pt x="9867246" y="4572157"/>
                </a:cubicBezTo>
                <a:cubicBezTo>
                  <a:pt x="9492336" y="4566176"/>
                  <a:pt x="9239136" y="4846894"/>
                  <a:pt x="8994802" y="5098943"/>
                </a:cubicBezTo>
                <a:cubicBezTo>
                  <a:pt x="8385954" y="5727243"/>
                  <a:pt x="7695268" y="5911307"/>
                  <a:pt x="6994655" y="5556202"/>
                </a:cubicBezTo>
                <a:cubicBezTo>
                  <a:pt x="6722938" y="5418487"/>
                  <a:pt x="6494843" y="5169191"/>
                  <a:pt x="6287534" y="4934764"/>
                </a:cubicBezTo>
                <a:cubicBezTo>
                  <a:pt x="5731733" y="4306056"/>
                  <a:pt x="5043559" y="4288064"/>
                  <a:pt x="4392596" y="4612909"/>
                </a:cubicBezTo>
                <a:cubicBezTo>
                  <a:pt x="3930423" y="4844432"/>
                  <a:pt x="3492022" y="5129169"/>
                  <a:pt x="3014500" y="5320787"/>
                </a:cubicBezTo>
                <a:cubicBezTo>
                  <a:pt x="1977820" y="5738974"/>
                  <a:pt x="973242" y="5720051"/>
                  <a:pt x="86414" y="5123870"/>
                </a:cubicBezTo>
                <a:lnTo>
                  <a:pt x="0" y="5061131"/>
                </a:lnTo>
                <a:lnTo>
                  <a:pt x="0" y="3267075"/>
                </a:lnTo>
                <a:lnTo>
                  <a:pt x="0" y="12205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A44F-329C-2D41-86CC-C8D818073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7077075" cy="21895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>
                <a:latin typeface="Posterama"/>
                <a:cs typeface="Posterama"/>
              </a:rPr>
              <a:t>Thank You</a:t>
            </a:r>
            <a:r>
              <a:rPr lang="en-US" sz="2800" b="1" dirty="0">
                <a:latin typeface="Posterama"/>
                <a:cs typeface="Posterama"/>
              </a:rPr>
              <a:t/>
            </a:r>
            <a:br>
              <a:rPr lang="en-US" sz="2800" b="1" dirty="0">
                <a:latin typeface="Posterama"/>
                <a:cs typeface="Posterama"/>
              </a:rPr>
            </a:br>
            <a:r>
              <a:rPr lang="en-US" sz="2800" b="1" dirty="0">
                <a:latin typeface="Posterama"/>
                <a:cs typeface="Posterama"/>
              </a:rPr>
              <a:t> </a:t>
            </a:r>
            <a:br>
              <a:rPr lang="en-US" sz="2800" b="1" dirty="0">
                <a:latin typeface="Posterama"/>
                <a:cs typeface="Posterama"/>
              </a:rPr>
            </a:br>
            <a:r>
              <a:rPr lang="en-US" sz="2800" b="1">
                <a:latin typeface="Posterama"/>
                <a:cs typeface="Posterama"/>
              </a:rPr>
              <a:t>Questions?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36074406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849</Words>
  <Application>Microsoft Office PowerPoint</Application>
  <PresentationFormat>Widescreen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Avenir Next LT Pro</vt:lpstr>
      <vt:lpstr>Calibri</vt:lpstr>
      <vt:lpstr>Posterama</vt:lpstr>
      <vt:lpstr>Segoe UI Semilight</vt:lpstr>
      <vt:lpstr>Wingdings</vt:lpstr>
      <vt:lpstr>SplashVTI</vt:lpstr>
      <vt:lpstr>Performance vs. Cost Efficiency in Kubernetes-Based Microservice Autoscaling  </vt:lpstr>
      <vt:lpstr>Problem Statement</vt:lpstr>
      <vt:lpstr>Research Objective</vt:lpstr>
      <vt:lpstr>System Architecture &amp; Tools</vt:lpstr>
      <vt:lpstr>Experimental Setup</vt:lpstr>
      <vt:lpstr>HPA Behavior</vt:lpstr>
      <vt:lpstr>Results</vt:lpstr>
      <vt:lpstr>Response Time</vt:lpstr>
      <vt:lpstr>Failure Rate</vt:lpstr>
      <vt:lpstr>Cost Model</vt:lpstr>
      <vt:lpstr>Cost vs Performance</vt:lpstr>
      <vt:lpstr>Statistical Validation of Results</vt:lpstr>
      <vt:lpstr>Statistical Validation of Results</vt:lpstr>
      <vt:lpstr>Key Findings</vt:lpstr>
      <vt:lpstr>Decision Guideline</vt:lpstr>
      <vt:lpstr>Limitations</vt:lpstr>
      <vt:lpstr>Future work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vs. Cost Efficiency in Kubernetes-Based Microservice Autoscaling  </dc:title>
  <dc:creator/>
  <cp:lastModifiedBy>Afiya Farjana</cp:lastModifiedBy>
  <cp:revision>362</cp:revision>
  <dcterms:created xsi:type="dcterms:W3CDTF">2026-04-06T21:28:38Z</dcterms:created>
  <dcterms:modified xsi:type="dcterms:W3CDTF">2026-04-07T11:13:31Z</dcterms:modified>
</cp:coreProperties>
</file>